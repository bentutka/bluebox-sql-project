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6" r:id="rId9"/>
    <p:sldId id="267" r:id="rId10"/>
    <p:sldId id="268" r:id="rId11"/>
    <p:sldId id="260" r:id="rId12"/>
    <p:sldId id="270" r:id="rId13"/>
    <p:sldId id="274" r:id="rId14"/>
    <p:sldId id="275" r:id="rId15"/>
    <p:sldId id="261" r:id="rId16"/>
    <p:sldId id="269" r:id="rId17"/>
    <p:sldId id="271" r:id="rId18"/>
    <p:sldId id="262" r:id="rId19"/>
    <p:sldId id="273" r:id="rId20"/>
    <p:sldId id="277" r:id="rId21"/>
    <p:sldId id="272" r:id="rId22"/>
    <p:sldId id="263" r:id="rId23"/>
    <p:sldId id="264" r:id="rId24"/>
    <p:sldId id="265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3A500-0E80-8646-BCF4-C3173307BDCE}" v="1816" dt="2024-05-01T20:15:16.558"/>
    <p1510:client id="{6E19CC07-68BB-4D8B-AB6D-2233033E3B4D}" v="25" dt="2024-05-01T16:19:09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tlyn Le" userId="5e62ba1b-42c3-407d-a940-84202d6a8c8b" providerId="ADAL" clId="{4E35CA6A-0CD4-415D-9F2D-16F1F665AFC0}"/>
    <pc:docChg chg="undo redo custSel modSld">
      <pc:chgData name="Kaitlyn Le" userId="5e62ba1b-42c3-407d-a940-84202d6a8c8b" providerId="ADAL" clId="{4E35CA6A-0CD4-415D-9F2D-16F1F665AFC0}" dt="2024-04-29T18:12:55.770" v="611" actId="2711"/>
      <pc:docMkLst>
        <pc:docMk/>
      </pc:docMkLst>
      <pc:sldChg chg="modSp mod">
        <pc:chgData name="Kaitlyn Le" userId="5e62ba1b-42c3-407d-a940-84202d6a8c8b" providerId="ADAL" clId="{4E35CA6A-0CD4-415D-9F2D-16F1F665AFC0}" dt="2024-04-29T17:22:09.791" v="0" actId="14861"/>
        <pc:sldMkLst>
          <pc:docMk/>
          <pc:sldMk cId="1318734425" sldId="256"/>
        </pc:sldMkLst>
        <pc:picChg chg="mod">
          <ac:chgData name="Kaitlyn Le" userId="5e62ba1b-42c3-407d-a940-84202d6a8c8b" providerId="ADAL" clId="{4E35CA6A-0CD4-415D-9F2D-16F1F665AFC0}" dt="2024-04-29T17:22:09.791" v="0" actId="14861"/>
          <ac:picMkLst>
            <pc:docMk/>
            <pc:sldMk cId="1318734425" sldId="256"/>
            <ac:picMk id="6" creationId="{00000000-0000-0000-0000-000000000000}"/>
          </ac:picMkLst>
        </pc:picChg>
      </pc:sldChg>
      <pc:sldChg chg="modSp mod">
        <pc:chgData name="Kaitlyn Le" userId="5e62ba1b-42c3-407d-a940-84202d6a8c8b" providerId="ADAL" clId="{4E35CA6A-0CD4-415D-9F2D-16F1F665AFC0}" dt="2024-04-29T18:10:25.029" v="604" actId="6549"/>
        <pc:sldMkLst>
          <pc:docMk/>
          <pc:sldMk cId="1833483717" sldId="262"/>
        </pc:sldMkLst>
        <pc:graphicFrameChg chg="mod modGraphic">
          <ac:chgData name="Kaitlyn Le" userId="5e62ba1b-42c3-407d-a940-84202d6a8c8b" providerId="ADAL" clId="{4E35CA6A-0CD4-415D-9F2D-16F1F665AFC0}" dt="2024-04-29T18:10:25.029" v="604" actId="6549"/>
          <ac:graphicFrameMkLst>
            <pc:docMk/>
            <pc:sldMk cId="1833483717" sldId="262"/>
            <ac:graphicFrameMk id="6" creationId="{00000000-0000-0000-0000-000000000000}"/>
          </ac:graphicFrameMkLst>
        </pc:graphicFrameChg>
      </pc:sldChg>
      <pc:sldChg chg="modSp mod">
        <pc:chgData name="Kaitlyn Le" userId="5e62ba1b-42c3-407d-a940-84202d6a8c8b" providerId="ADAL" clId="{4E35CA6A-0CD4-415D-9F2D-16F1F665AFC0}" dt="2024-04-29T18:12:55.770" v="611" actId="2711"/>
        <pc:sldMkLst>
          <pc:docMk/>
          <pc:sldMk cId="3838125752" sldId="263"/>
        </pc:sldMkLst>
        <pc:spChg chg="mod">
          <ac:chgData name="Kaitlyn Le" userId="5e62ba1b-42c3-407d-a940-84202d6a8c8b" providerId="ADAL" clId="{4E35CA6A-0CD4-415D-9F2D-16F1F665AFC0}" dt="2024-04-29T18:12:55.770" v="611" actId="2711"/>
          <ac:spMkLst>
            <pc:docMk/>
            <pc:sldMk cId="3838125752" sldId="263"/>
            <ac:spMk id="3" creationId="{00000000-0000-0000-0000-000000000000}"/>
          </ac:spMkLst>
        </pc:spChg>
      </pc:sldChg>
      <pc:sldChg chg="modSp mod">
        <pc:chgData name="Kaitlyn Le" userId="5e62ba1b-42c3-407d-a940-84202d6a8c8b" providerId="ADAL" clId="{4E35CA6A-0CD4-415D-9F2D-16F1F665AFC0}" dt="2024-04-29T18:12:43.945" v="610" actId="2711"/>
        <pc:sldMkLst>
          <pc:docMk/>
          <pc:sldMk cId="1781164116" sldId="265"/>
        </pc:sldMkLst>
        <pc:spChg chg="mod">
          <ac:chgData name="Kaitlyn Le" userId="5e62ba1b-42c3-407d-a940-84202d6a8c8b" providerId="ADAL" clId="{4E35CA6A-0CD4-415D-9F2D-16F1F665AFC0}" dt="2024-04-29T18:12:43.945" v="610" actId="2711"/>
          <ac:spMkLst>
            <pc:docMk/>
            <pc:sldMk cId="1781164116" sldId="265"/>
            <ac:spMk id="3" creationId="{00000000-0000-0000-0000-000000000000}"/>
          </ac:spMkLst>
        </pc:spChg>
      </pc:sldChg>
      <pc:sldChg chg="modSp mod">
        <pc:chgData name="Kaitlyn Le" userId="5e62ba1b-42c3-407d-a940-84202d6a8c8b" providerId="ADAL" clId="{4E35CA6A-0CD4-415D-9F2D-16F1F665AFC0}" dt="2024-04-29T18:12:21.121" v="609" actId="1037"/>
        <pc:sldMkLst>
          <pc:docMk/>
          <pc:sldMk cId="534940145" sldId="266"/>
        </pc:sldMkLst>
        <pc:picChg chg="mod">
          <ac:chgData name="Kaitlyn Le" userId="5e62ba1b-42c3-407d-a940-84202d6a8c8b" providerId="ADAL" clId="{4E35CA6A-0CD4-415D-9F2D-16F1F665AFC0}" dt="2024-04-29T18:12:21.121" v="609" actId="1037"/>
          <ac:picMkLst>
            <pc:docMk/>
            <pc:sldMk cId="534940145" sldId="266"/>
            <ac:picMk id="3" creationId="{02B3C271-268E-03A0-DE84-73FAFA66F8EF}"/>
          </ac:picMkLst>
        </pc:picChg>
      </pc:sldChg>
    </pc:docChg>
  </pc:docChgLst>
  <pc:docChgLst>
    <pc:chgData name="Kaitlyn Le" userId="5e62ba1b-42c3-407d-a940-84202d6a8c8b" providerId="ADAL" clId="{6E19CC07-68BB-4D8B-AB6D-2233033E3B4D}"/>
    <pc:docChg chg="undo custSel addSld delSld modSld">
      <pc:chgData name="Kaitlyn Le" userId="5e62ba1b-42c3-407d-a940-84202d6a8c8b" providerId="ADAL" clId="{6E19CC07-68BB-4D8B-AB6D-2233033E3B4D}" dt="2024-05-01T16:46:34.049" v="979" actId="20577"/>
      <pc:docMkLst>
        <pc:docMk/>
      </pc:docMkLst>
      <pc:sldChg chg="modSp">
        <pc:chgData name="Kaitlyn Le" userId="5e62ba1b-42c3-407d-a940-84202d6a8c8b" providerId="ADAL" clId="{6E19CC07-68BB-4D8B-AB6D-2233033E3B4D}" dt="2024-05-01T15:10:17.414" v="581" actId="2711"/>
        <pc:sldMkLst>
          <pc:docMk/>
          <pc:sldMk cId="117827846" sldId="259"/>
        </pc:sldMkLst>
        <pc:graphicFrameChg chg="mod">
          <ac:chgData name="Kaitlyn Le" userId="5e62ba1b-42c3-407d-a940-84202d6a8c8b" providerId="ADAL" clId="{6E19CC07-68BB-4D8B-AB6D-2233033E3B4D}" dt="2024-05-01T15:10:17.414" v="581" actId="2711"/>
          <ac:graphicFrameMkLst>
            <pc:docMk/>
            <pc:sldMk cId="117827846" sldId="259"/>
            <ac:graphicFrameMk id="4" creationId="{00000000-0000-0000-0000-000000000000}"/>
          </ac:graphicFrameMkLst>
        </pc:graphicFrameChg>
      </pc:sldChg>
      <pc:sldChg chg="modSp mod">
        <pc:chgData name="Kaitlyn Le" userId="5e62ba1b-42c3-407d-a940-84202d6a8c8b" providerId="ADAL" clId="{6E19CC07-68BB-4D8B-AB6D-2233033E3B4D}" dt="2024-04-29T22:23:45.766" v="19" actId="20577"/>
        <pc:sldMkLst>
          <pc:docMk/>
          <pc:sldMk cId="1833483717" sldId="262"/>
        </pc:sldMkLst>
        <pc:graphicFrameChg chg="modGraphic">
          <ac:chgData name="Kaitlyn Le" userId="5e62ba1b-42c3-407d-a940-84202d6a8c8b" providerId="ADAL" clId="{6E19CC07-68BB-4D8B-AB6D-2233033E3B4D}" dt="2024-04-29T22:23:45.766" v="19" actId="20577"/>
          <ac:graphicFrameMkLst>
            <pc:docMk/>
            <pc:sldMk cId="1833483717" sldId="262"/>
            <ac:graphicFrameMk id="6" creationId="{00000000-0000-0000-0000-000000000000}"/>
          </ac:graphicFrameMkLst>
        </pc:graphicFrameChg>
      </pc:sldChg>
      <pc:sldChg chg="modNotesTx">
        <pc:chgData name="Kaitlyn Le" userId="5e62ba1b-42c3-407d-a940-84202d6a8c8b" providerId="ADAL" clId="{6E19CC07-68BB-4D8B-AB6D-2233033E3B4D}" dt="2024-05-01T15:31:48.736" v="788" actId="20577"/>
        <pc:sldMkLst>
          <pc:docMk/>
          <pc:sldMk cId="3838125752" sldId="263"/>
        </pc:sldMkLst>
      </pc:sldChg>
      <pc:sldChg chg="modNotesTx">
        <pc:chgData name="Kaitlyn Le" userId="5e62ba1b-42c3-407d-a940-84202d6a8c8b" providerId="ADAL" clId="{6E19CC07-68BB-4D8B-AB6D-2233033E3B4D}" dt="2024-05-01T15:31:51.014" v="789" actId="20577"/>
        <pc:sldMkLst>
          <pc:docMk/>
          <pc:sldMk cId="3637538357" sldId="264"/>
        </pc:sldMkLst>
      </pc:sldChg>
      <pc:sldChg chg="modSp mod modNotesTx">
        <pc:chgData name="Kaitlyn Le" userId="5e62ba1b-42c3-407d-a940-84202d6a8c8b" providerId="ADAL" clId="{6E19CC07-68BB-4D8B-AB6D-2233033E3B4D}" dt="2024-05-01T16:46:34.049" v="979" actId="20577"/>
        <pc:sldMkLst>
          <pc:docMk/>
          <pc:sldMk cId="1781164116" sldId="265"/>
        </pc:sldMkLst>
        <pc:spChg chg="mod">
          <ac:chgData name="Kaitlyn Le" userId="5e62ba1b-42c3-407d-a940-84202d6a8c8b" providerId="ADAL" clId="{6E19CC07-68BB-4D8B-AB6D-2233033E3B4D}" dt="2024-05-01T16:46:34.049" v="979" actId="20577"/>
          <ac:spMkLst>
            <pc:docMk/>
            <pc:sldMk cId="1781164116" sldId="265"/>
            <ac:spMk id="3" creationId="{00000000-0000-0000-0000-000000000000}"/>
          </ac:spMkLst>
        </pc:spChg>
      </pc:sldChg>
      <pc:sldChg chg="addSp delSp modSp mod setBg modNotesTx">
        <pc:chgData name="Kaitlyn Le" userId="5e62ba1b-42c3-407d-a940-84202d6a8c8b" providerId="ADAL" clId="{6E19CC07-68BB-4D8B-AB6D-2233033E3B4D}" dt="2024-05-01T16:19:14.914" v="921" actId="1038"/>
        <pc:sldMkLst>
          <pc:docMk/>
          <pc:sldMk cId="534940145" sldId="266"/>
        </pc:sldMkLst>
        <pc:spChg chg="mod">
          <ac:chgData name="Kaitlyn Le" userId="5e62ba1b-42c3-407d-a940-84202d6a8c8b" providerId="ADAL" clId="{6E19CC07-68BB-4D8B-AB6D-2233033E3B4D}" dt="2024-05-01T16:18:53.166" v="902" actId="26606"/>
          <ac:spMkLst>
            <pc:docMk/>
            <pc:sldMk cId="534940145" sldId="266"/>
            <ac:spMk id="6" creationId="{9F40D090-F5BF-CB5F-4468-B301B7F216DE}"/>
          </ac:spMkLst>
        </pc:spChg>
        <pc:spChg chg="add del">
          <ac:chgData name="Kaitlyn Le" userId="5e62ba1b-42c3-407d-a940-84202d6a8c8b" providerId="ADAL" clId="{6E19CC07-68BB-4D8B-AB6D-2233033E3B4D}" dt="2024-05-01T16:18:53.166" v="902" actId="26606"/>
          <ac:spMkLst>
            <pc:docMk/>
            <pc:sldMk cId="534940145" sldId="266"/>
            <ac:spMk id="11" creationId="{53F29798-D584-4792-9B62-3F5F5C36D619}"/>
          </ac:spMkLst>
        </pc:spChg>
        <pc:picChg chg="add mod">
          <ac:chgData name="Kaitlyn Le" userId="5e62ba1b-42c3-407d-a940-84202d6a8c8b" providerId="ADAL" clId="{6E19CC07-68BB-4D8B-AB6D-2233033E3B4D}" dt="2024-05-01T16:19:14.914" v="921" actId="1038"/>
          <ac:picMkLst>
            <pc:docMk/>
            <pc:sldMk cId="534940145" sldId="266"/>
            <ac:picMk id="3" creationId="{A2587F0C-B2A5-C9F6-28FF-721BA413D9B3}"/>
          </ac:picMkLst>
        </pc:picChg>
      </pc:sldChg>
      <pc:sldChg chg="addSp modSp mod modNotesTx">
        <pc:chgData name="Kaitlyn Le" userId="5e62ba1b-42c3-407d-a940-84202d6a8c8b" providerId="ADAL" clId="{6E19CC07-68BB-4D8B-AB6D-2233033E3B4D}" dt="2024-05-01T15:31:41.761" v="786" actId="20577"/>
        <pc:sldMkLst>
          <pc:docMk/>
          <pc:sldMk cId="928107769" sldId="267"/>
        </pc:sldMkLst>
        <pc:picChg chg="add mod">
          <ac:chgData name="Kaitlyn Le" userId="5e62ba1b-42c3-407d-a940-84202d6a8c8b" providerId="ADAL" clId="{6E19CC07-68BB-4D8B-AB6D-2233033E3B4D}" dt="2024-05-01T15:06:12.761" v="520" actId="962"/>
          <ac:picMkLst>
            <pc:docMk/>
            <pc:sldMk cId="928107769" sldId="267"/>
            <ac:picMk id="3" creationId="{4704EF7C-EA0C-E469-8795-948B50784F30}"/>
          </ac:picMkLst>
        </pc:picChg>
      </pc:sldChg>
      <pc:sldChg chg="addSp delSp modSp mod modNotesTx">
        <pc:chgData name="Kaitlyn Le" userId="5e62ba1b-42c3-407d-a940-84202d6a8c8b" providerId="ADAL" clId="{6E19CC07-68BB-4D8B-AB6D-2233033E3B4D}" dt="2024-05-01T16:14:05.163" v="899" actId="1076"/>
        <pc:sldMkLst>
          <pc:docMk/>
          <pc:sldMk cId="2679279241" sldId="268"/>
        </pc:sldMkLst>
        <pc:spChg chg="add mod">
          <ac:chgData name="Kaitlyn Le" userId="5e62ba1b-42c3-407d-a940-84202d6a8c8b" providerId="ADAL" clId="{6E19CC07-68BB-4D8B-AB6D-2233033E3B4D}" dt="2024-05-01T16:13:29.908" v="830" actId="1037"/>
          <ac:spMkLst>
            <pc:docMk/>
            <pc:sldMk cId="2679279241" sldId="268"/>
            <ac:spMk id="2" creationId="{3D33AF13-E575-0AB1-121A-8195FAB2D739}"/>
          </ac:spMkLst>
        </pc:spChg>
        <pc:spChg chg="add mod">
          <ac:chgData name="Kaitlyn Le" userId="5e62ba1b-42c3-407d-a940-84202d6a8c8b" providerId="ADAL" clId="{6E19CC07-68BB-4D8B-AB6D-2233033E3B4D}" dt="2024-05-01T15:10:37.509" v="587" actId="1037"/>
          <ac:spMkLst>
            <pc:docMk/>
            <pc:sldMk cId="2679279241" sldId="268"/>
            <ac:spMk id="14" creationId="{97911CD2-E6A9-C7C0-2E73-9CBB92E14E66}"/>
          </ac:spMkLst>
        </pc:spChg>
        <pc:spChg chg="add mod">
          <ac:chgData name="Kaitlyn Le" userId="5e62ba1b-42c3-407d-a940-84202d6a8c8b" providerId="ADAL" clId="{6E19CC07-68BB-4D8B-AB6D-2233033E3B4D}" dt="2024-05-01T16:13:38.705" v="843" actId="1035"/>
          <ac:spMkLst>
            <pc:docMk/>
            <pc:sldMk cId="2679279241" sldId="268"/>
            <ac:spMk id="15" creationId="{C6407ECD-1201-B68D-5F1F-1CEBC9E793D7}"/>
          </ac:spMkLst>
        </pc:spChg>
        <pc:spChg chg="add mod">
          <ac:chgData name="Kaitlyn Le" userId="5e62ba1b-42c3-407d-a940-84202d6a8c8b" providerId="ADAL" clId="{6E19CC07-68BB-4D8B-AB6D-2233033E3B4D}" dt="2024-05-01T16:13:52.576" v="879" actId="1036"/>
          <ac:spMkLst>
            <pc:docMk/>
            <pc:sldMk cId="2679279241" sldId="268"/>
            <ac:spMk id="16" creationId="{B83F356F-5EC9-2013-9C97-2622A03B751C}"/>
          </ac:spMkLst>
        </pc:spChg>
        <pc:spChg chg="add del mod">
          <ac:chgData name="Kaitlyn Le" userId="5e62ba1b-42c3-407d-a940-84202d6a8c8b" providerId="ADAL" clId="{6E19CC07-68BB-4D8B-AB6D-2233033E3B4D}" dt="2024-05-01T15:11:47.607" v="638" actId="478"/>
          <ac:spMkLst>
            <pc:docMk/>
            <pc:sldMk cId="2679279241" sldId="268"/>
            <ac:spMk id="17" creationId="{E191E4E9-2E89-3B9A-53A6-DBC804201055}"/>
          </ac:spMkLst>
        </pc:spChg>
        <pc:spChg chg="add mod">
          <ac:chgData name="Kaitlyn Le" userId="5e62ba1b-42c3-407d-a940-84202d6a8c8b" providerId="ADAL" clId="{6E19CC07-68BB-4D8B-AB6D-2233033E3B4D}" dt="2024-05-01T16:14:05.163" v="899" actId="1076"/>
          <ac:spMkLst>
            <pc:docMk/>
            <pc:sldMk cId="2679279241" sldId="268"/>
            <ac:spMk id="18" creationId="{0F48CEE0-A7FE-7B90-309F-0EE6814BDB36}"/>
          </ac:spMkLst>
        </pc:spChg>
        <pc:spChg chg="add mod">
          <ac:chgData name="Kaitlyn Le" userId="5e62ba1b-42c3-407d-a940-84202d6a8c8b" providerId="ADAL" clId="{6E19CC07-68BB-4D8B-AB6D-2233033E3B4D}" dt="2024-05-01T16:13:46.801" v="857" actId="1035"/>
          <ac:spMkLst>
            <pc:docMk/>
            <pc:sldMk cId="2679279241" sldId="268"/>
            <ac:spMk id="19" creationId="{7CBD35D5-FDE3-8317-F5D6-BFA0C2D275B0}"/>
          </ac:spMkLst>
        </pc:spChg>
        <pc:picChg chg="add del mod">
          <ac:chgData name="Kaitlyn Le" userId="5e62ba1b-42c3-407d-a940-84202d6a8c8b" providerId="ADAL" clId="{6E19CC07-68BB-4D8B-AB6D-2233033E3B4D}" dt="2024-05-01T16:13:05.878" v="811" actId="478"/>
          <ac:picMkLst>
            <pc:docMk/>
            <pc:sldMk cId="2679279241" sldId="268"/>
            <ac:picMk id="3" creationId="{8CDE1898-CE13-A367-3F22-52A176F78A80}"/>
          </ac:picMkLst>
        </pc:picChg>
        <pc:picChg chg="add mod ord">
          <ac:chgData name="Kaitlyn Le" userId="5e62ba1b-42c3-407d-a940-84202d6a8c8b" providerId="ADAL" clId="{6E19CC07-68BB-4D8B-AB6D-2233033E3B4D}" dt="2024-05-01T16:13:27.333" v="827" actId="1037"/>
          <ac:picMkLst>
            <pc:docMk/>
            <pc:sldMk cId="2679279241" sldId="268"/>
            <ac:picMk id="21" creationId="{821D3163-3686-B45E-1B1C-3B581302BC22}"/>
          </ac:picMkLst>
        </pc:picChg>
        <pc:cxnChg chg="add mod">
          <ac:chgData name="Kaitlyn Le" userId="5e62ba1b-42c3-407d-a940-84202d6a8c8b" providerId="ADAL" clId="{6E19CC07-68BB-4D8B-AB6D-2233033E3B4D}" dt="2024-05-01T15:29:40.095" v="660" actId="208"/>
          <ac:cxnSpMkLst>
            <pc:docMk/>
            <pc:sldMk cId="2679279241" sldId="268"/>
            <ac:cxnSpMk id="5" creationId="{CF65F94E-C285-6D91-C18B-A92CF835A920}"/>
          </ac:cxnSpMkLst>
        </pc:cxnChg>
      </pc:sldChg>
      <pc:sldChg chg="modSp add mod modNotesTx">
        <pc:chgData name="Kaitlyn Le" userId="5e62ba1b-42c3-407d-a940-84202d6a8c8b" providerId="ADAL" clId="{6E19CC07-68BB-4D8B-AB6D-2233033E3B4D}" dt="2024-05-01T15:31:55.611" v="791" actId="20577"/>
        <pc:sldMkLst>
          <pc:docMk/>
          <pc:sldMk cId="2398522376" sldId="278"/>
        </pc:sldMkLst>
        <pc:spChg chg="mod">
          <ac:chgData name="Kaitlyn Le" userId="5e62ba1b-42c3-407d-a940-84202d6a8c8b" providerId="ADAL" clId="{6E19CC07-68BB-4D8B-AB6D-2233033E3B4D}" dt="2024-05-01T03:13:39.055" v="162" actId="20577"/>
          <ac:spMkLst>
            <pc:docMk/>
            <pc:sldMk cId="2398522376" sldId="278"/>
            <ac:spMk id="2" creationId="{00000000-0000-0000-0000-000000000000}"/>
          </ac:spMkLst>
        </pc:spChg>
        <pc:spChg chg="mod">
          <ac:chgData name="Kaitlyn Le" userId="5e62ba1b-42c3-407d-a940-84202d6a8c8b" providerId="ADAL" clId="{6E19CC07-68BB-4D8B-AB6D-2233033E3B4D}" dt="2024-05-01T15:23:41.886" v="659" actId="20577"/>
          <ac:spMkLst>
            <pc:docMk/>
            <pc:sldMk cId="2398522376" sldId="278"/>
            <ac:spMk id="3" creationId="{00000000-0000-0000-0000-000000000000}"/>
          </ac:spMkLst>
        </pc:spChg>
      </pc:sldChg>
      <pc:sldChg chg="addSp delSp modSp add mod modNotesTx">
        <pc:chgData name="Kaitlyn Le" userId="5e62ba1b-42c3-407d-a940-84202d6a8c8b" providerId="ADAL" clId="{6E19CC07-68BB-4D8B-AB6D-2233033E3B4D}" dt="2024-05-01T15:31:58.523" v="802" actId="20577"/>
        <pc:sldMkLst>
          <pc:docMk/>
          <pc:sldMk cId="969722773" sldId="279"/>
        </pc:sldMkLst>
        <pc:spChg chg="mod">
          <ac:chgData name="Kaitlyn Le" userId="5e62ba1b-42c3-407d-a940-84202d6a8c8b" providerId="ADAL" clId="{6E19CC07-68BB-4D8B-AB6D-2233033E3B4D}" dt="2024-05-01T03:15:34.881" v="370" actId="27636"/>
          <ac:spMkLst>
            <pc:docMk/>
            <pc:sldMk cId="969722773" sldId="279"/>
            <ac:spMk id="2" creationId="{00000000-0000-0000-0000-000000000000}"/>
          </ac:spMkLst>
        </pc:spChg>
        <pc:spChg chg="del">
          <ac:chgData name="Kaitlyn Le" userId="5e62ba1b-42c3-407d-a940-84202d6a8c8b" providerId="ADAL" clId="{6E19CC07-68BB-4D8B-AB6D-2233033E3B4D}" dt="2024-05-01T03:14:44.009" v="327" actId="478"/>
          <ac:spMkLst>
            <pc:docMk/>
            <pc:sldMk cId="969722773" sldId="279"/>
            <ac:spMk id="3" creationId="{00000000-0000-0000-0000-000000000000}"/>
          </ac:spMkLst>
        </pc:spChg>
        <pc:spChg chg="add del mod">
          <ac:chgData name="Kaitlyn Le" userId="5e62ba1b-42c3-407d-a940-84202d6a8c8b" providerId="ADAL" clId="{6E19CC07-68BB-4D8B-AB6D-2233033E3B4D}" dt="2024-05-01T03:14:47.301" v="328" actId="478"/>
          <ac:spMkLst>
            <pc:docMk/>
            <pc:sldMk cId="969722773" sldId="279"/>
            <ac:spMk id="5" creationId="{D559EDE4-16F2-3294-BDA4-4AEA9755CB0B}"/>
          </ac:spMkLst>
        </pc:spChg>
      </pc:sldChg>
      <pc:sldChg chg="new del">
        <pc:chgData name="Kaitlyn Le" userId="5e62ba1b-42c3-407d-a940-84202d6a8c8b" providerId="ADAL" clId="{6E19CC07-68BB-4D8B-AB6D-2233033E3B4D}" dt="2024-05-01T03:14:39.071" v="325" actId="47"/>
        <pc:sldMkLst>
          <pc:docMk/>
          <pc:sldMk cId="3398814567" sldId="279"/>
        </pc:sldMkLst>
      </pc:sldChg>
      <pc:sldChg chg="new del">
        <pc:chgData name="Kaitlyn Le" userId="5e62ba1b-42c3-407d-a940-84202d6a8c8b" providerId="ADAL" clId="{6E19CC07-68BB-4D8B-AB6D-2233033E3B4D}" dt="2024-05-01T16:46:16.472" v="925" actId="680"/>
        <pc:sldMkLst>
          <pc:docMk/>
          <pc:sldMk cId="4186145719" sldId="280"/>
        </pc:sldMkLst>
      </pc:sldChg>
    </pc:docChg>
  </pc:docChgLst>
  <pc:docChgLst>
    <pc:chgData name="Ruth Walters" userId="ee2d5745-ad78-4fac-bcc4-181ff2f2c156" providerId="ADAL" clId="{1E43A500-0E80-8646-BCF4-C3173307BDCE}"/>
    <pc:docChg chg="undo redo custSel addSld delSld modSld sldOrd">
      <pc:chgData name="Ruth Walters" userId="ee2d5745-ad78-4fac-bcc4-181ff2f2c156" providerId="ADAL" clId="{1E43A500-0E80-8646-BCF4-C3173307BDCE}" dt="2024-05-01T20:15:16.558" v="2651" actId="20577"/>
      <pc:docMkLst>
        <pc:docMk/>
      </pc:docMkLst>
      <pc:sldChg chg="modNotesTx">
        <pc:chgData name="Ruth Walters" userId="ee2d5745-ad78-4fac-bcc4-181ff2f2c156" providerId="ADAL" clId="{1E43A500-0E80-8646-BCF4-C3173307BDCE}" dt="2024-05-01T19:14:36.798" v="990" actId="20577"/>
        <pc:sldMkLst>
          <pc:docMk/>
          <pc:sldMk cId="1318734425" sldId="256"/>
        </pc:sldMkLst>
      </pc:sldChg>
      <pc:sldChg chg="modNotesTx">
        <pc:chgData name="Ruth Walters" userId="ee2d5745-ad78-4fac-bcc4-181ff2f2c156" providerId="ADAL" clId="{1E43A500-0E80-8646-BCF4-C3173307BDCE}" dt="2024-05-01T19:06:07.851" v="870" actId="20577"/>
        <pc:sldMkLst>
          <pc:docMk/>
          <pc:sldMk cId="1867888326" sldId="257"/>
        </pc:sldMkLst>
      </pc:sldChg>
      <pc:sldChg chg="modNotesTx">
        <pc:chgData name="Ruth Walters" userId="ee2d5745-ad78-4fac-bcc4-181ff2f2c156" providerId="ADAL" clId="{1E43A500-0E80-8646-BCF4-C3173307BDCE}" dt="2024-05-01T19:06:09.971" v="873" actId="20577"/>
        <pc:sldMkLst>
          <pc:docMk/>
          <pc:sldMk cId="3988764548" sldId="258"/>
        </pc:sldMkLst>
      </pc:sldChg>
      <pc:sldChg chg="modSp modNotesTx">
        <pc:chgData name="Ruth Walters" userId="ee2d5745-ad78-4fac-bcc4-181ff2f2c156" providerId="ADAL" clId="{1E43A500-0E80-8646-BCF4-C3173307BDCE}" dt="2024-05-01T19:06:12.003" v="876" actId="20577"/>
        <pc:sldMkLst>
          <pc:docMk/>
          <pc:sldMk cId="117827846" sldId="259"/>
        </pc:sldMkLst>
        <pc:graphicFrameChg chg="mod">
          <ac:chgData name="Ruth Walters" userId="ee2d5745-ad78-4fac-bcc4-181ff2f2c156" providerId="ADAL" clId="{1E43A500-0E80-8646-BCF4-C3173307BDCE}" dt="2024-05-01T02:22:03.825" v="701" actId="2711"/>
          <ac:graphicFrameMkLst>
            <pc:docMk/>
            <pc:sldMk cId="117827846" sldId="259"/>
            <ac:graphicFrameMk id="4" creationId="{00000000-0000-0000-0000-000000000000}"/>
          </ac:graphicFrameMkLst>
        </pc:graphicFrameChg>
      </pc:sldChg>
      <pc:sldChg chg="modSp mod modNotesTx">
        <pc:chgData name="Ruth Walters" userId="ee2d5745-ad78-4fac-bcc4-181ff2f2c156" providerId="ADAL" clId="{1E43A500-0E80-8646-BCF4-C3173307BDCE}" dt="2024-05-01T20:09:24.050" v="1389" actId="20577"/>
        <pc:sldMkLst>
          <pc:docMk/>
          <pc:sldMk cId="1767343531" sldId="260"/>
        </pc:sldMkLst>
        <pc:spChg chg="mod">
          <ac:chgData name="Ruth Walters" userId="ee2d5745-ad78-4fac-bcc4-181ff2f2c156" providerId="ADAL" clId="{1E43A500-0E80-8646-BCF4-C3173307BDCE}" dt="2024-04-30T16:21:24.903" v="11" actId="14100"/>
          <ac:spMkLst>
            <pc:docMk/>
            <pc:sldMk cId="1767343531" sldId="260"/>
            <ac:spMk id="3" creationId="{00000000-0000-0000-0000-000000000000}"/>
          </ac:spMkLst>
        </pc:spChg>
        <pc:spChg chg="mod">
          <ac:chgData name="Ruth Walters" userId="ee2d5745-ad78-4fac-bcc4-181ff2f2c156" providerId="ADAL" clId="{1E43A500-0E80-8646-BCF4-C3173307BDCE}" dt="2024-05-01T02:23:49.129" v="727" actId="13926"/>
          <ac:spMkLst>
            <pc:docMk/>
            <pc:sldMk cId="1767343531" sldId="260"/>
            <ac:spMk id="7" creationId="{00000000-0000-0000-0000-000000000000}"/>
          </ac:spMkLst>
        </pc:spChg>
      </pc:sldChg>
      <pc:sldChg chg="modNotesTx">
        <pc:chgData name="Ruth Walters" userId="ee2d5745-ad78-4fac-bcc4-181ff2f2c156" providerId="ADAL" clId="{1E43A500-0E80-8646-BCF4-C3173307BDCE}" dt="2024-05-01T19:12:40.531" v="895" actId="20577"/>
        <pc:sldMkLst>
          <pc:docMk/>
          <pc:sldMk cId="152352786" sldId="261"/>
        </pc:sldMkLst>
      </pc:sldChg>
      <pc:sldChg chg="modSp mod ord modNotesTx">
        <pc:chgData name="Ruth Walters" userId="ee2d5745-ad78-4fac-bcc4-181ff2f2c156" providerId="ADAL" clId="{1E43A500-0E80-8646-BCF4-C3173307BDCE}" dt="2024-05-01T20:12:32.689" v="2183" actId="20577"/>
        <pc:sldMkLst>
          <pc:docMk/>
          <pc:sldMk cId="1833483717" sldId="262"/>
        </pc:sldMkLst>
        <pc:graphicFrameChg chg="modGraphic">
          <ac:chgData name="Ruth Walters" userId="ee2d5745-ad78-4fac-bcc4-181ff2f2c156" providerId="ADAL" clId="{1E43A500-0E80-8646-BCF4-C3173307BDCE}" dt="2024-05-01T19:32:11.828" v="1181" actId="20577"/>
          <ac:graphicFrameMkLst>
            <pc:docMk/>
            <pc:sldMk cId="1833483717" sldId="262"/>
            <ac:graphicFrameMk id="6" creationId="{00000000-0000-0000-0000-000000000000}"/>
          </ac:graphicFrameMkLst>
        </pc:graphicFrameChg>
      </pc:sldChg>
      <pc:sldChg chg="modSp mod">
        <pc:chgData name="Ruth Walters" userId="ee2d5745-ad78-4fac-bcc4-181ff2f2c156" providerId="ADAL" clId="{1E43A500-0E80-8646-BCF4-C3173307BDCE}" dt="2024-04-30T16:56:09.250" v="686" actId="403"/>
        <pc:sldMkLst>
          <pc:docMk/>
          <pc:sldMk cId="3838125752" sldId="263"/>
        </pc:sldMkLst>
        <pc:spChg chg="mod">
          <ac:chgData name="Ruth Walters" userId="ee2d5745-ad78-4fac-bcc4-181ff2f2c156" providerId="ADAL" clId="{1E43A500-0E80-8646-BCF4-C3173307BDCE}" dt="2024-04-30T16:56:09.250" v="686" actId="403"/>
          <ac:spMkLst>
            <pc:docMk/>
            <pc:sldMk cId="3838125752" sldId="263"/>
            <ac:spMk id="3" creationId="{00000000-0000-0000-0000-000000000000}"/>
          </ac:spMkLst>
        </pc:spChg>
      </pc:sldChg>
      <pc:sldChg chg="modSp mod">
        <pc:chgData name="Ruth Walters" userId="ee2d5745-ad78-4fac-bcc4-181ff2f2c156" providerId="ADAL" clId="{1E43A500-0E80-8646-BCF4-C3173307BDCE}" dt="2024-04-30T16:32:35.832" v="125" actId="404"/>
        <pc:sldMkLst>
          <pc:docMk/>
          <pc:sldMk cId="3637538357" sldId="264"/>
        </pc:sldMkLst>
        <pc:spChg chg="mod">
          <ac:chgData name="Ruth Walters" userId="ee2d5745-ad78-4fac-bcc4-181ff2f2c156" providerId="ADAL" clId="{1E43A500-0E80-8646-BCF4-C3173307BDCE}" dt="2024-04-30T16:32:35.832" v="125" actId="404"/>
          <ac:spMkLst>
            <pc:docMk/>
            <pc:sldMk cId="3637538357" sldId="264"/>
            <ac:spMk id="3" creationId="{00000000-0000-0000-0000-000000000000}"/>
          </ac:spMkLst>
        </pc:spChg>
      </pc:sldChg>
      <pc:sldChg chg="delSp modSp mod">
        <pc:chgData name="Ruth Walters" userId="ee2d5745-ad78-4fac-bcc4-181ff2f2c156" providerId="ADAL" clId="{1E43A500-0E80-8646-BCF4-C3173307BDCE}" dt="2024-05-01T02:24:20.169" v="728" actId="478"/>
        <pc:sldMkLst>
          <pc:docMk/>
          <pc:sldMk cId="534940145" sldId="266"/>
        </pc:sldMkLst>
        <pc:spChg chg="mod">
          <ac:chgData name="Ruth Walters" userId="ee2d5745-ad78-4fac-bcc4-181ff2f2c156" providerId="ADAL" clId="{1E43A500-0E80-8646-BCF4-C3173307BDCE}" dt="2024-04-30T16:20:36.231" v="3" actId="1076"/>
          <ac:spMkLst>
            <pc:docMk/>
            <pc:sldMk cId="534940145" sldId="266"/>
            <ac:spMk id="6" creationId="{9F40D090-F5BF-CB5F-4468-B301B7F216DE}"/>
          </ac:spMkLst>
        </pc:spChg>
        <pc:picChg chg="del mod">
          <ac:chgData name="Ruth Walters" userId="ee2d5745-ad78-4fac-bcc4-181ff2f2c156" providerId="ADAL" clId="{1E43A500-0E80-8646-BCF4-C3173307BDCE}" dt="2024-05-01T02:24:20.169" v="728" actId="478"/>
          <ac:picMkLst>
            <pc:docMk/>
            <pc:sldMk cId="534940145" sldId="266"/>
            <ac:picMk id="3" creationId="{02B3C271-268E-03A0-DE84-73FAFA66F8EF}"/>
          </ac:picMkLst>
        </pc:picChg>
      </pc:sldChg>
      <pc:sldChg chg="addSp modSp mod modNotesTx">
        <pc:chgData name="Ruth Walters" userId="ee2d5745-ad78-4fac-bcc4-181ff2f2c156" providerId="ADAL" clId="{1E43A500-0E80-8646-BCF4-C3173307BDCE}" dt="2024-05-01T19:28:37.337" v="1155" actId="20577"/>
        <pc:sldMkLst>
          <pc:docMk/>
          <pc:sldMk cId="1939129882" sldId="269"/>
        </pc:sldMkLst>
        <pc:picChg chg="add mod">
          <ac:chgData name="Ruth Walters" userId="ee2d5745-ad78-4fac-bcc4-181ff2f2c156" providerId="ADAL" clId="{1E43A500-0E80-8646-BCF4-C3173307BDCE}" dt="2024-04-30T16:43:32.850" v="319" actId="14100"/>
          <ac:picMkLst>
            <pc:docMk/>
            <pc:sldMk cId="1939129882" sldId="269"/>
            <ac:picMk id="3" creationId="{76F2AD65-DE31-81FA-97D1-923FE528B105}"/>
          </ac:picMkLst>
        </pc:picChg>
      </pc:sldChg>
      <pc:sldChg chg="addSp modSp mod modNotesTx">
        <pc:chgData name="Ruth Walters" userId="ee2d5745-ad78-4fac-bcc4-181ff2f2c156" providerId="ADAL" clId="{1E43A500-0E80-8646-BCF4-C3173307BDCE}" dt="2024-05-01T20:10:31.244" v="1680" actId="20577"/>
        <pc:sldMkLst>
          <pc:docMk/>
          <pc:sldMk cId="989269487" sldId="270"/>
        </pc:sldMkLst>
        <pc:spChg chg="mod">
          <ac:chgData name="Ruth Walters" userId="ee2d5745-ad78-4fac-bcc4-181ff2f2c156" providerId="ADAL" clId="{1E43A500-0E80-8646-BCF4-C3173307BDCE}" dt="2024-04-30T16:39:17.399" v="263" actId="20577"/>
          <ac:spMkLst>
            <pc:docMk/>
            <pc:sldMk cId="989269487" sldId="270"/>
            <ac:spMk id="4" creationId="{00000000-0000-0000-0000-000000000000}"/>
          </ac:spMkLst>
        </pc:spChg>
        <pc:spChg chg="add mod">
          <ac:chgData name="Ruth Walters" userId="ee2d5745-ad78-4fac-bcc4-181ff2f2c156" providerId="ADAL" clId="{1E43A500-0E80-8646-BCF4-C3173307BDCE}" dt="2024-05-01T19:24:03.091" v="1013" actId="20577"/>
          <ac:spMkLst>
            <pc:docMk/>
            <pc:sldMk cId="989269487" sldId="270"/>
            <ac:spMk id="5" creationId="{3BAD2746-4915-93F1-68D4-BC80B14A8520}"/>
          </ac:spMkLst>
        </pc:spChg>
        <pc:spChg chg="add mod">
          <ac:chgData name="Ruth Walters" userId="ee2d5745-ad78-4fac-bcc4-181ff2f2c156" providerId="ADAL" clId="{1E43A500-0E80-8646-BCF4-C3173307BDCE}" dt="2024-04-30T16:37:01.589" v="209" actId="14100"/>
          <ac:spMkLst>
            <pc:docMk/>
            <pc:sldMk cId="989269487" sldId="270"/>
            <ac:spMk id="6" creationId="{E3461ED6-2529-0943-6F5F-A3CC366FB18A}"/>
          </ac:spMkLst>
        </pc:spChg>
        <pc:spChg chg="add mod">
          <ac:chgData name="Ruth Walters" userId="ee2d5745-ad78-4fac-bcc4-181ff2f2c156" providerId="ADAL" clId="{1E43A500-0E80-8646-BCF4-C3173307BDCE}" dt="2024-04-30T16:39:03.094" v="255" actId="1076"/>
          <ac:spMkLst>
            <pc:docMk/>
            <pc:sldMk cId="989269487" sldId="270"/>
            <ac:spMk id="14" creationId="{93BD93CA-D3AF-1E66-6102-8759F8BC4CF8}"/>
          </ac:spMkLst>
        </pc:spChg>
        <pc:picChg chg="add mod">
          <ac:chgData name="Ruth Walters" userId="ee2d5745-ad78-4fac-bcc4-181ff2f2c156" providerId="ADAL" clId="{1E43A500-0E80-8646-BCF4-C3173307BDCE}" dt="2024-04-30T16:36:42.873" v="207" actId="1076"/>
          <ac:picMkLst>
            <pc:docMk/>
            <pc:sldMk cId="989269487" sldId="270"/>
            <ac:picMk id="3" creationId="{42F6789D-894C-E114-61C3-6BAECE99E739}"/>
          </ac:picMkLst>
        </pc:picChg>
        <pc:cxnChg chg="add mod">
          <ac:chgData name="Ruth Walters" userId="ee2d5745-ad78-4fac-bcc4-181ff2f2c156" providerId="ADAL" clId="{1E43A500-0E80-8646-BCF4-C3173307BDCE}" dt="2024-04-30T16:39:07.658" v="257" actId="14100"/>
          <ac:cxnSpMkLst>
            <pc:docMk/>
            <pc:sldMk cId="989269487" sldId="270"/>
            <ac:cxnSpMk id="7" creationId="{1487CE69-B96F-F7C5-B2FF-5C940472B7D7}"/>
          </ac:cxnSpMkLst>
        </pc:cxnChg>
      </pc:sldChg>
      <pc:sldChg chg="modSp mod ord modNotesTx">
        <pc:chgData name="Ruth Walters" userId="ee2d5745-ad78-4fac-bcc4-181ff2f2c156" providerId="ADAL" clId="{1E43A500-0E80-8646-BCF4-C3173307BDCE}" dt="2024-05-01T20:14:44.374" v="2590" actId="20577"/>
        <pc:sldMkLst>
          <pc:docMk/>
          <pc:sldMk cId="1631334708" sldId="271"/>
        </pc:sldMkLst>
        <pc:spChg chg="mod">
          <ac:chgData name="Ruth Walters" userId="ee2d5745-ad78-4fac-bcc4-181ff2f2c156" providerId="ADAL" clId="{1E43A500-0E80-8646-BCF4-C3173307BDCE}" dt="2024-05-01T19:06:41.547" v="892" actId="20577"/>
          <ac:spMkLst>
            <pc:docMk/>
            <pc:sldMk cId="1631334708" sldId="271"/>
            <ac:spMk id="3" creationId="{00000000-0000-0000-0000-000000000000}"/>
          </ac:spMkLst>
        </pc:spChg>
      </pc:sldChg>
      <pc:sldChg chg="addSp delSp modSp mod modNotesTx">
        <pc:chgData name="Ruth Walters" userId="ee2d5745-ad78-4fac-bcc4-181ff2f2c156" providerId="ADAL" clId="{1E43A500-0E80-8646-BCF4-C3173307BDCE}" dt="2024-05-01T20:15:16.558" v="2651" actId="20577"/>
        <pc:sldMkLst>
          <pc:docMk/>
          <pc:sldMk cId="671695409" sldId="272"/>
        </pc:sldMkLst>
        <pc:spChg chg="mod">
          <ac:chgData name="Ruth Walters" userId="ee2d5745-ad78-4fac-bcc4-181ff2f2c156" providerId="ADAL" clId="{1E43A500-0E80-8646-BCF4-C3173307BDCE}" dt="2024-05-01T02:52:09.362" v="762" actId="20577"/>
          <ac:spMkLst>
            <pc:docMk/>
            <pc:sldMk cId="671695409" sldId="272"/>
            <ac:spMk id="4" creationId="{00000000-0000-0000-0000-000000000000}"/>
          </ac:spMkLst>
        </pc:spChg>
        <pc:picChg chg="add del mod">
          <ac:chgData name="Ruth Walters" userId="ee2d5745-ad78-4fac-bcc4-181ff2f2c156" providerId="ADAL" clId="{1E43A500-0E80-8646-BCF4-C3173307BDCE}" dt="2024-05-01T02:51:34.287" v="744" actId="21"/>
          <ac:picMkLst>
            <pc:docMk/>
            <pc:sldMk cId="671695409" sldId="272"/>
            <ac:picMk id="3" creationId="{49EFD2C9-FF40-0762-0E3D-3B6435743B23}"/>
          </ac:picMkLst>
        </pc:picChg>
        <pc:picChg chg="add del mod">
          <ac:chgData name="Ruth Walters" userId="ee2d5745-ad78-4fac-bcc4-181ff2f2c156" providerId="ADAL" clId="{1E43A500-0E80-8646-BCF4-C3173307BDCE}" dt="2024-04-30T16:32:24.283" v="124" actId="478"/>
          <ac:picMkLst>
            <pc:docMk/>
            <pc:sldMk cId="671695409" sldId="272"/>
            <ac:picMk id="3" creationId="{D109B9EE-C2B7-2B02-8BE8-B61E9828F7C2}"/>
          </ac:picMkLst>
        </pc:picChg>
        <pc:picChg chg="add mod">
          <ac:chgData name="Ruth Walters" userId="ee2d5745-ad78-4fac-bcc4-181ff2f2c156" providerId="ADAL" clId="{1E43A500-0E80-8646-BCF4-C3173307BDCE}" dt="2024-05-01T02:51:45.419" v="747" actId="14100"/>
          <ac:picMkLst>
            <pc:docMk/>
            <pc:sldMk cId="671695409" sldId="272"/>
            <ac:picMk id="6" creationId="{00AA4F97-B201-536D-ACC9-65CFA6E00331}"/>
          </ac:picMkLst>
        </pc:picChg>
        <pc:picChg chg="add mod">
          <ac:chgData name="Ruth Walters" userId="ee2d5745-ad78-4fac-bcc4-181ff2f2c156" providerId="ADAL" clId="{1E43A500-0E80-8646-BCF4-C3173307BDCE}" dt="2024-05-01T02:52:01.404" v="754" actId="14100"/>
          <ac:picMkLst>
            <pc:docMk/>
            <pc:sldMk cId="671695409" sldId="272"/>
            <ac:picMk id="8" creationId="{4771808B-DEFD-2566-4083-B2F2B6F27EE7}"/>
          </ac:picMkLst>
        </pc:picChg>
      </pc:sldChg>
      <pc:sldChg chg="addSp delSp modSp mod ord modNotesTx">
        <pc:chgData name="Ruth Walters" userId="ee2d5745-ad78-4fac-bcc4-181ff2f2c156" providerId="ADAL" clId="{1E43A500-0E80-8646-BCF4-C3173307BDCE}" dt="2024-05-01T20:12:57.571" v="2296" actId="20577"/>
        <pc:sldMkLst>
          <pc:docMk/>
          <pc:sldMk cId="718178590" sldId="273"/>
        </pc:sldMkLst>
        <pc:spChg chg="add mod">
          <ac:chgData name="Ruth Walters" userId="ee2d5745-ad78-4fac-bcc4-181ff2f2c156" providerId="ADAL" clId="{1E43A500-0E80-8646-BCF4-C3173307BDCE}" dt="2024-04-30T16:30:12.839" v="116" actId="1582"/>
          <ac:spMkLst>
            <pc:docMk/>
            <pc:sldMk cId="718178590" sldId="273"/>
            <ac:spMk id="7" creationId="{54D64584-2F42-A66D-6286-8B0B0A2F9AA4}"/>
          </ac:spMkLst>
        </pc:spChg>
        <pc:picChg chg="add del mod">
          <ac:chgData name="Ruth Walters" userId="ee2d5745-ad78-4fac-bcc4-181ff2f2c156" providerId="ADAL" clId="{1E43A500-0E80-8646-BCF4-C3173307BDCE}" dt="2024-05-01T20:08:03.783" v="1193" actId="478"/>
          <ac:picMkLst>
            <pc:docMk/>
            <pc:sldMk cId="718178590" sldId="273"/>
            <ac:picMk id="2" creationId="{70529D2C-5307-3CFF-129A-89319D06FC80}"/>
          </ac:picMkLst>
        </pc:picChg>
        <pc:picChg chg="add mod">
          <ac:chgData name="Ruth Walters" userId="ee2d5745-ad78-4fac-bcc4-181ff2f2c156" providerId="ADAL" clId="{1E43A500-0E80-8646-BCF4-C3173307BDCE}" dt="2024-04-30T16:25:07.813" v="84" actId="14100"/>
          <ac:picMkLst>
            <pc:docMk/>
            <pc:sldMk cId="718178590" sldId="273"/>
            <ac:picMk id="3" creationId="{76B044C8-697A-B7BB-925D-B1B215636925}"/>
          </ac:picMkLst>
        </pc:picChg>
        <pc:picChg chg="add del mod modCrop">
          <ac:chgData name="Ruth Walters" userId="ee2d5745-ad78-4fac-bcc4-181ff2f2c156" providerId="ADAL" clId="{1E43A500-0E80-8646-BCF4-C3173307BDCE}" dt="2024-04-30T16:25:35.141" v="88" actId="478"/>
          <ac:picMkLst>
            <pc:docMk/>
            <pc:sldMk cId="718178590" sldId="273"/>
            <ac:picMk id="6" creationId="{2D12958C-D237-8402-D4E1-A4F89552B2CA}"/>
          </ac:picMkLst>
        </pc:picChg>
        <pc:picChg chg="add mod">
          <ac:chgData name="Ruth Walters" userId="ee2d5745-ad78-4fac-bcc4-181ff2f2c156" providerId="ADAL" clId="{1E43A500-0E80-8646-BCF4-C3173307BDCE}" dt="2024-04-30T16:30:22.912" v="117" actId="1076"/>
          <ac:picMkLst>
            <pc:docMk/>
            <pc:sldMk cId="718178590" sldId="273"/>
            <ac:picMk id="9" creationId="{1E3D2BAC-9CB4-1C15-AA18-2089DC491FC7}"/>
          </ac:picMkLst>
        </pc:picChg>
        <pc:cxnChg chg="add del">
          <ac:chgData name="Ruth Walters" userId="ee2d5745-ad78-4fac-bcc4-181ff2f2c156" providerId="ADAL" clId="{1E43A500-0E80-8646-BCF4-C3173307BDCE}" dt="2024-04-30T16:27:58.425" v="101" actId="11529"/>
          <ac:cxnSpMkLst>
            <pc:docMk/>
            <pc:sldMk cId="718178590" sldId="273"/>
            <ac:cxnSpMk id="11" creationId="{90EFFBFB-28B2-5353-CB18-C6459DA950F5}"/>
          </ac:cxnSpMkLst>
        </pc:cxnChg>
        <pc:cxnChg chg="add mod">
          <ac:chgData name="Ruth Walters" userId="ee2d5745-ad78-4fac-bcc4-181ff2f2c156" providerId="ADAL" clId="{1E43A500-0E80-8646-BCF4-C3173307BDCE}" dt="2024-04-30T16:30:22.912" v="117" actId="1076"/>
          <ac:cxnSpMkLst>
            <pc:docMk/>
            <pc:sldMk cId="718178590" sldId="273"/>
            <ac:cxnSpMk id="13" creationId="{82E7818A-0A6D-5E79-819E-9F3D81E45330}"/>
          </ac:cxnSpMkLst>
        </pc:cxnChg>
      </pc:sldChg>
      <pc:sldChg chg="addSp delSp modSp add mod modNotesTx">
        <pc:chgData name="Ruth Walters" userId="ee2d5745-ad78-4fac-bcc4-181ff2f2c156" providerId="ADAL" clId="{1E43A500-0E80-8646-BCF4-C3173307BDCE}" dt="2024-05-01T20:11:21.435" v="1882" actId="20577"/>
        <pc:sldMkLst>
          <pc:docMk/>
          <pc:sldMk cId="1340664612" sldId="274"/>
        </pc:sldMkLst>
        <pc:spChg chg="mod">
          <ac:chgData name="Ruth Walters" userId="ee2d5745-ad78-4fac-bcc4-181ff2f2c156" providerId="ADAL" clId="{1E43A500-0E80-8646-BCF4-C3173307BDCE}" dt="2024-04-30T16:39:25.814" v="280" actId="20577"/>
          <ac:spMkLst>
            <pc:docMk/>
            <pc:sldMk cId="1340664612" sldId="274"/>
            <ac:spMk id="4" creationId="{00000000-0000-0000-0000-000000000000}"/>
          </ac:spMkLst>
        </pc:spChg>
        <pc:spChg chg="del">
          <ac:chgData name="Ruth Walters" userId="ee2d5745-ad78-4fac-bcc4-181ff2f2c156" providerId="ADAL" clId="{1E43A500-0E80-8646-BCF4-C3173307BDCE}" dt="2024-04-30T16:40:43.317" v="286" actId="478"/>
          <ac:spMkLst>
            <pc:docMk/>
            <pc:sldMk cId="1340664612" sldId="274"/>
            <ac:spMk id="5" creationId="{3BAD2746-4915-93F1-68D4-BC80B14A8520}"/>
          </ac:spMkLst>
        </pc:spChg>
        <pc:spChg chg="add del mod">
          <ac:chgData name="Ruth Walters" userId="ee2d5745-ad78-4fac-bcc4-181ff2f2c156" providerId="ADAL" clId="{1E43A500-0E80-8646-BCF4-C3173307BDCE}" dt="2024-04-30T16:42:13.700" v="305" actId="14100"/>
          <ac:spMkLst>
            <pc:docMk/>
            <pc:sldMk cId="1340664612" sldId="274"/>
            <ac:spMk id="6" creationId="{E3461ED6-2529-0943-6F5F-A3CC366FB18A}"/>
          </ac:spMkLst>
        </pc:spChg>
        <pc:picChg chg="del mod">
          <ac:chgData name="Ruth Walters" userId="ee2d5745-ad78-4fac-bcc4-181ff2f2c156" providerId="ADAL" clId="{1E43A500-0E80-8646-BCF4-C3173307BDCE}" dt="2024-04-30T16:40:39.337" v="284" actId="478"/>
          <ac:picMkLst>
            <pc:docMk/>
            <pc:sldMk cId="1340664612" sldId="274"/>
            <ac:picMk id="3" creationId="{42F6789D-894C-E114-61C3-6BAECE99E739}"/>
          </ac:picMkLst>
        </pc:picChg>
        <pc:picChg chg="add mod modCrop">
          <ac:chgData name="Ruth Walters" userId="ee2d5745-ad78-4fac-bcc4-181ff2f2c156" providerId="ADAL" clId="{1E43A500-0E80-8646-BCF4-C3173307BDCE}" dt="2024-04-30T16:42:21.362" v="307" actId="1076"/>
          <ac:picMkLst>
            <pc:docMk/>
            <pc:sldMk cId="1340664612" sldId="274"/>
            <ac:picMk id="8" creationId="{88C4F37F-4818-BE4B-1587-B2717D3BE949}"/>
          </ac:picMkLst>
        </pc:picChg>
        <pc:picChg chg="add mod modCrop">
          <ac:chgData name="Ruth Walters" userId="ee2d5745-ad78-4fac-bcc4-181ff2f2c156" providerId="ADAL" clId="{1E43A500-0E80-8646-BCF4-C3173307BDCE}" dt="2024-04-30T16:43:09.901" v="314" actId="1076"/>
          <ac:picMkLst>
            <pc:docMk/>
            <pc:sldMk cId="1340664612" sldId="274"/>
            <ac:picMk id="9" creationId="{494BB0C7-D683-A9BC-9724-A88C97C00618}"/>
          </ac:picMkLst>
        </pc:picChg>
        <pc:cxnChg chg="mod">
          <ac:chgData name="Ruth Walters" userId="ee2d5745-ad78-4fac-bcc4-181ff2f2c156" providerId="ADAL" clId="{1E43A500-0E80-8646-BCF4-C3173307BDCE}" dt="2024-04-30T16:42:51.501" v="313" actId="14100"/>
          <ac:cxnSpMkLst>
            <pc:docMk/>
            <pc:sldMk cId="1340664612" sldId="274"/>
            <ac:cxnSpMk id="7" creationId="{1487CE69-B96F-F7C5-B2FF-5C940472B7D7}"/>
          </ac:cxnSpMkLst>
        </pc:cxnChg>
      </pc:sldChg>
      <pc:sldChg chg="addSp delSp modSp add mod ord modNotesTx">
        <pc:chgData name="Ruth Walters" userId="ee2d5745-ad78-4fac-bcc4-181ff2f2c156" providerId="ADAL" clId="{1E43A500-0E80-8646-BCF4-C3173307BDCE}" dt="2024-05-01T19:46:53.127" v="1183" actId="20578"/>
        <pc:sldMkLst>
          <pc:docMk/>
          <pc:sldMk cId="3797309718" sldId="275"/>
        </pc:sldMkLst>
        <pc:spChg chg="mod">
          <ac:chgData name="Ruth Walters" userId="ee2d5745-ad78-4fac-bcc4-181ff2f2c156" providerId="ADAL" clId="{1E43A500-0E80-8646-BCF4-C3173307BDCE}" dt="2024-04-30T16:51:03.474" v="347" actId="20577"/>
          <ac:spMkLst>
            <pc:docMk/>
            <pc:sldMk cId="3797309718" sldId="275"/>
            <ac:spMk id="4" creationId="{00000000-0000-0000-0000-000000000000}"/>
          </ac:spMkLst>
        </pc:spChg>
        <pc:picChg chg="add mod">
          <ac:chgData name="Ruth Walters" userId="ee2d5745-ad78-4fac-bcc4-181ff2f2c156" providerId="ADAL" clId="{1E43A500-0E80-8646-BCF4-C3173307BDCE}" dt="2024-04-30T23:46:16.915" v="692" actId="1076"/>
          <ac:picMkLst>
            <pc:docMk/>
            <pc:sldMk cId="3797309718" sldId="275"/>
            <ac:picMk id="3" creationId="{21C96BD6-673C-99A7-93D4-7A32EFFD5C02}"/>
          </ac:picMkLst>
        </pc:picChg>
        <pc:picChg chg="del">
          <ac:chgData name="Ruth Walters" userId="ee2d5745-ad78-4fac-bcc4-181ff2f2c156" providerId="ADAL" clId="{1E43A500-0E80-8646-BCF4-C3173307BDCE}" dt="2024-04-30T16:51:05.426" v="348" actId="478"/>
          <ac:picMkLst>
            <pc:docMk/>
            <pc:sldMk cId="3797309718" sldId="275"/>
            <ac:picMk id="3" creationId="{76F2AD65-DE31-81FA-97D1-923FE528B105}"/>
          </ac:picMkLst>
        </pc:picChg>
      </pc:sldChg>
      <pc:sldChg chg="addSp delSp modSp new del mod ord modNotesTx">
        <pc:chgData name="Ruth Walters" userId="ee2d5745-ad78-4fac-bcc4-181ff2f2c156" providerId="ADAL" clId="{1E43A500-0E80-8646-BCF4-C3173307BDCE}" dt="2024-05-01T20:15:05.104" v="2629" actId="2696"/>
        <pc:sldMkLst>
          <pc:docMk/>
          <pc:sldMk cId="2444448622" sldId="276"/>
        </pc:sldMkLst>
        <pc:spChg chg="del">
          <ac:chgData name="Ruth Walters" userId="ee2d5745-ad78-4fac-bcc4-181ff2f2c156" providerId="ADAL" clId="{1E43A500-0E80-8646-BCF4-C3173307BDCE}" dt="2024-04-30T16:51:44.930" v="362" actId="478"/>
          <ac:spMkLst>
            <pc:docMk/>
            <pc:sldMk cId="2444448622" sldId="276"/>
            <ac:spMk id="2" creationId="{3CF6CD1A-A10C-0725-9257-BDCF35DB04F0}"/>
          </ac:spMkLst>
        </pc:spChg>
        <pc:spChg chg="del">
          <ac:chgData name="Ruth Walters" userId="ee2d5745-ad78-4fac-bcc4-181ff2f2c156" providerId="ADAL" clId="{1E43A500-0E80-8646-BCF4-C3173307BDCE}" dt="2024-04-30T16:51:44.930" v="362" actId="478"/>
          <ac:spMkLst>
            <pc:docMk/>
            <pc:sldMk cId="2444448622" sldId="276"/>
            <ac:spMk id="3" creationId="{60685DDA-F8C5-F8F9-78A6-01084EEAD33B}"/>
          </ac:spMkLst>
        </pc:spChg>
        <pc:spChg chg="add mod">
          <ac:chgData name="Ruth Walters" userId="ee2d5745-ad78-4fac-bcc4-181ff2f2c156" providerId="ADAL" clId="{1E43A500-0E80-8646-BCF4-C3173307BDCE}" dt="2024-04-30T16:52:06.629" v="384" actId="20577"/>
          <ac:spMkLst>
            <pc:docMk/>
            <pc:sldMk cId="2444448622" sldId="276"/>
            <ac:spMk id="5" creationId="{A33D5E38-9C0C-A32C-7E8C-109C3305D9A1}"/>
          </ac:spMkLst>
        </pc:spChg>
        <pc:picChg chg="add del mod">
          <ac:chgData name="Ruth Walters" userId="ee2d5745-ad78-4fac-bcc4-181ff2f2c156" providerId="ADAL" clId="{1E43A500-0E80-8646-BCF4-C3173307BDCE}" dt="2024-04-30T16:51:51.554" v="364" actId="478"/>
          <ac:picMkLst>
            <pc:docMk/>
            <pc:sldMk cId="2444448622" sldId="276"/>
            <ac:picMk id="4" creationId="{BD8B2ED1-F600-10A6-D0C7-DE8B709C0C10}"/>
          </ac:picMkLst>
        </pc:picChg>
        <pc:picChg chg="add mod">
          <ac:chgData name="Ruth Walters" userId="ee2d5745-ad78-4fac-bcc4-181ff2f2c156" providerId="ADAL" clId="{1E43A500-0E80-8646-BCF4-C3173307BDCE}" dt="2024-05-01T20:15:03.644" v="2628" actId="1076"/>
          <ac:picMkLst>
            <pc:docMk/>
            <pc:sldMk cId="2444448622" sldId="276"/>
            <ac:picMk id="7" creationId="{6DDFD9EE-78E9-D6A7-9E25-EB5F8ABB663F}"/>
          </ac:picMkLst>
        </pc:picChg>
        <pc:picChg chg="add del mod">
          <ac:chgData name="Ruth Walters" userId="ee2d5745-ad78-4fac-bcc4-181ff2f2c156" providerId="ADAL" clId="{1E43A500-0E80-8646-BCF4-C3173307BDCE}" dt="2024-04-30T16:54:12.190" v="396" actId="478"/>
          <ac:picMkLst>
            <pc:docMk/>
            <pc:sldMk cId="2444448622" sldId="276"/>
            <ac:picMk id="9" creationId="{7361F1E5-DB65-092B-4D68-085412FADDDF}"/>
          </ac:picMkLst>
        </pc:picChg>
      </pc:sldChg>
      <pc:sldChg chg="addSp delSp modSp add mod ord modNotesTx">
        <pc:chgData name="Ruth Walters" userId="ee2d5745-ad78-4fac-bcc4-181ff2f2c156" providerId="ADAL" clId="{1E43A500-0E80-8646-BCF4-C3173307BDCE}" dt="2024-05-01T20:13:15.402" v="2340" actId="5793"/>
        <pc:sldMkLst>
          <pc:docMk/>
          <pc:sldMk cId="2986512682" sldId="277"/>
        </pc:sldMkLst>
        <pc:spChg chg="mod">
          <ac:chgData name="Ruth Walters" userId="ee2d5745-ad78-4fac-bcc4-181ff2f2c156" providerId="ADAL" clId="{1E43A500-0E80-8646-BCF4-C3173307BDCE}" dt="2024-05-01T03:00:53.615" v="776" actId="20577"/>
          <ac:spMkLst>
            <pc:docMk/>
            <pc:sldMk cId="2986512682" sldId="277"/>
            <ac:spMk id="4" creationId="{00000000-0000-0000-0000-000000000000}"/>
          </ac:spMkLst>
        </pc:spChg>
        <pc:spChg chg="add mod">
          <ac:chgData name="Ruth Walters" userId="ee2d5745-ad78-4fac-bcc4-181ff2f2c156" providerId="ADAL" clId="{1E43A500-0E80-8646-BCF4-C3173307BDCE}" dt="2024-05-01T19:49:18.698" v="1189" actId="20577"/>
          <ac:spMkLst>
            <pc:docMk/>
            <pc:sldMk cId="2986512682" sldId="277"/>
            <ac:spMk id="14" creationId="{9EB04A54-DAD8-1A88-9D39-16AA42C0E306}"/>
          </ac:spMkLst>
        </pc:spChg>
        <pc:picChg chg="add del mod">
          <ac:chgData name="Ruth Walters" userId="ee2d5745-ad78-4fac-bcc4-181ff2f2c156" providerId="ADAL" clId="{1E43A500-0E80-8646-BCF4-C3173307BDCE}" dt="2024-05-01T03:00:37.049" v="770" actId="478"/>
          <ac:picMkLst>
            <pc:docMk/>
            <pc:sldMk cId="2986512682" sldId="277"/>
            <ac:picMk id="2" creationId="{84520D51-3DBE-CE0C-B97D-214DB9EF163C}"/>
          </ac:picMkLst>
        </pc:picChg>
        <pc:picChg chg="add mod">
          <ac:chgData name="Ruth Walters" userId="ee2d5745-ad78-4fac-bcc4-181ff2f2c156" providerId="ADAL" clId="{1E43A500-0E80-8646-BCF4-C3173307BDCE}" dt="2024-05-01T03:01:06.961" v="780" actId="14100"/>
          <ac:picMkLst>
            <pc:docMk/>
            <pc:sldMk cId="2986512682" sldId="277"/>
            <ac:picMk id="5" creationId="{E3C5C0B3-BD46-2B6F-5FB2-B81CADFCCA81}"/>
          </ac:picMkLst>
        </pc:picChg>
        <pc:picChg chg="del">
          <ac:chgData name="Ruth Walters" userId="ee2d5745-ad78-4fac-bcc4-181ff2f2c156" providerId="ADAL" clId="{1E43A500-0E80-8646-BCF4-C3173307BDCE}" dt="2024-05-01T02:52:11.656" v="763" actId="478"/>
          <ac:picMkLst>
            <pc:docMk/>
            <pc:sldMk cId="2986512682" sldId="277"/>
            <ac:picMk id="6" creationId="{00AA4F97-B201-536D-ACC9-65CFA6E00331}"/>
          </ac:picMkLst>
        </pc:picChg>
        <pc:picChg chg="del">
          <ac:chgData name="Ruth Walters" userId="ee2d5745-ad78-4fac-bcc4-181ff2f2c156" providerId="ADAL" clId="{1E43A500-0E80-8646-BCF4-C3173307BDCE}" dt="2024-05-01T02:52:12.821" v="764" actId="478"/>
          <ac:picMkLst>
            <pc:docMk/>
            <pc:sldMk cId="2986512682" sldId="277"/>
            <ac:picMk id="8" creationId="{4771808B-DEFD-2566-4083-B2F2B6F27EE7}"/>
          </ac:picMkLst>
        </pc:picChg>
        <pc:picChg chg="add del mod">
          <ac:chgData name="Ruth Walters" userId="ee2d5745-ad78-4fac-bcc4-181ff2f2c156" providerId="ADAL" clId="{1E43A500-0E80-8646-BCF4-C3173307BDCE}" dt="2024-05-01T03:01:12.155" v="784" actId="478"/>
          <ac:picMkLst>
            <pc:docMk/>
            <pc:sldMk cId="2986512682" sldId="277"/>
            <ac:picMk id="9" creationId="{A072D1F0-14D0-9DA5-E065-6AC623DC4DD8}"/>
          </ac:picMkLst>
        </pc:picChg>
        <pc:picChg chg="add mod">
          <ac:chgData name="Ruth Walters" userId="ee2d5745-ad78-4fac-bcc4-181ff2f2c156" providerId="ADAL" clId="{1E43A500-0E80-8646-BCF4-C3173307BDCE}" dt="2024-05-01T03:01:25.844" v="789" actId="1076"/>
          <ac:picMkLst>
            <pc:docMk/>
            <pc:sldMk cId="2986512682" sldId="277"/>
            <ac:picMk id="11" creationId="{38CAAC22-1FC7-64D3-98FD-2253DBB95F88}"/>
          </ac:picMkLst>
        </pc:picChg>
        <pc:cxnChg chg="add mod">
          <ac:chgData name="Ruth Walters" userId="ee2d5745-ad78-4fac-bcc4-181ff2f2c156" providerId="ADAL" clId="{1E43A500-0E80-8646-BCF4-C3173307BDCE}" dt="2024-05-01T03:01:38.446" v="791" actId="1582"/>
          <ac:cxnSpMkLst>
            <pc:docMk/>
            <pc:sldMk cId="2986512682" sldId="277"/>
            <ac:cxnSpMk id="13" creationId="{33739C16-4D6C-F7C3-9072-8C9C20521459}"/>
          </ac:cxnSpMkLst>
        </pc:cxnChg>
      </pc:sldChg>
    </pc:docChg>
  </pc:docChgLst>
  <pc:docChgLst>
    <pc:chgData name="Benjamin Tutka" userId="S::bztutka@uark.edu::4f46d681-d4d2-45de-a455-d17af0e494dc" providerId="AD" clId="Web-{0C609AB7-967A-4148-9DD9-5D032ACFF114}"/>
    <pc:docChg chg="modSld">
      <pc:chgData name="Benjamin Tutka" userId="S::bztutka@uark.edu::4f46d681-d4d2-45de-a455-d17af0e494dc" providerId="AD" clId="Web-{0C609AB7-967A-4148-9DD9-5D032ACFF114}" dt="2024-04-29T18:04:07.709" v="75"/>
      <pc:docMkLst>
        <pc:docMk/>
      </pc:docMkLst>
      <pc:sldChg chg="modSp">
        <pc:chgData name="Benjamin Tutka" userId="S::bztutka@uark.edu::4f46d681-d4d2-45de-a455-d17af0e494dc" providerId="AD" clId="Web-{0C609AB7-967A-4148-9DD9-5D032ACFF114}" dt="2024-04-29T17:40:59.358" v="7" actId="20577"/>
        <pc:sldMkLst>
          <pc:docMk/>
          <pc:sldMk cId="3838125752" sldId="263"/>
        </pc:sldMkLst>
        <pc:spChg chg="mod">
          <ac:chgData name="Benjamin Tutka" userId="S::bztutka@uark.edu::4f46d681-d4d2-45de-a455-d17af0e494dc" providerId="AD" clId="Web-{0C609AB7-967A-4148-9DD9-5D032ACFF114}" dt="2024-04-29T17:40:59.358" v="7" actId="20577"/>
          <ac:spMkLst>
            <pc:docMk/>
            <pc:sldMk cId="3838125752" sldId="263"/>
            <ac:spMk id="3" creationId="{00000000-0000-0000-0000-000000000000}"/>
          </ac:spMkLst>
        </pc:spChg>
      </pc:sldChg>
      <pc:sldChg chg="modSp">
        <pc:chgData name="Benjamin Tutka" userId="S::bztutka@uark.edu::4f46d681-d4d2-45de-a455-d17af0e494dc" providerId="AD" clId="Web-{0C609AB7-967A-4148-9DD9-5D032ACFF114}" dt="2024-04-29T17:09:04.536" v="3" actId="20577"/>
        <pc:sldMkLst>
          <pc:docMk/>
          <pc:sldMk cId="1781164116" sldId="265"/>
        </pc:sldMkLst>
        <pc:spChg chg="mod">
          <ac:chgData name="Benjamin Tutka" userId="S::bztutka@uark.edu::4f46d681-d4d2-45de-a455-d17af0e494dc" providerId="AD" clId="Web-{0C609AB7-967A-4148-9DD9-5D032ACFF114}" dt="2024-04-29T17:09:04.536" v="3" actId="20577"/>
          <ac:spMkLst>
            <pc:docMk/>
            <pc:sldMk cId="1781164116" sldId="265"/>
            <ac:spMk id="3" creationId="{00000000-0000-0000-0000-000000000000}"/>
          </ac:spMkLst>
        </pc:spChg>
      </pc:sldChg>
      <pc:sldChg chg="addSp delSp modSp">
        <pc:chgData name="Benjamin Tutka" userId="S::bztutka@uark.edu::4f46d681-d4d2-45de-a455-d17af0e494dc" providerId="AD" clId="Web-{0C609AB7-967A-4148-9DD9-5D032ACFF114}" dt="2024-04-29T17:56:22.258" v="55" actId="1076"/>
        <pc:sldMkLst>
          <pc:docMk/>
          <pc:sldMk cId="534940145" sldId="266"/>
        </pc:sldMkLst>
        <pc:spChg chg="del mod">
          <ac:chgData name="Benjamin Tutka" userId="S::bztutka@uark.edu::4f46d681-d4d2-45de-a455-d17af0e494dc" providerId="AD" clId="Web-{0C609AB7-967A-4148-9DD9-5D032ACFF114}" dt="2024-04-29T17:56:09.351" v="52"/>
          <ac:spMkLst>
            <pc:docMk/>
            <pc:sldMk cId="534940145" sldId="266"/>
            <ac:spMk id="4" creationId="{00000000-0000-0000-0000-000000000000}"/>
          </ac:spMkLst>
        </pc:spChg>
        <pc:spChg chg="add mod">
          <ac:chgData name="Benjamin Tutka" userId="S::bztutka@uark.edu::4f46d681-d4d2-45de-a455-d17af0e494dc" providerId="AD" clId="Web-{0C609AB7-967A-4148-9DD9-5D032ACFF114}" dt="2024-04-29T17:56:14.180" v="54" actId="20577"/>
          <ac:spMkLst>
            <pc:docMk/>
            <pc:sldMk cId="534940145" sldId="266"/>
            <ac:spMk id="6" creationId="{9F40D090-F5BF-CB5F-4468-B301B7F216DE}"/>
          </ac:spMkLst>
        </pc:spChg>
        <pc:picChg chg="add del mod modCrop">
          <ac:chgData name="Benjamin Tutka" userId="S::bztutka@uark.edu::4f46d681-d4d2-45de-a455-d17af0e494dc" providerId="AD" clId="Web-{0C609AB7-967A-4148-9DD9-5D032ACFF114}" dt="2024-04-29T17:52:41.111" v="14"/>
          <ac:picMkLst>
            <pc:docMk/>
            <pc:sldMk cId="534940145" sldId="266"/>
            <ac:picMk id="2" creationId="{46437BFA-5A74-3EC8-7650-A3047670EEC9}"/>
          </ac:picMkLst>
        </pc:picChg>
        <pc:picChg chg="add mod modCrop">
          <ac:chgData name="Benjamin Tutka" userId="S::bztutka@uark.edu::4f46d681-d4d2-45de-a455-d17af0e494dc" providerId="AD" clId="Web-{0C609AB7-967A-4148-9DD9-5D032ACFF114}" dt="2024-04-29T17:56:22.258" v="55" actId="1076"/>
          <ac:picMkLst>
            <pc:docMk/>
            <pc:sldMk cId="534940145" sldId="266"/>
            <ac:picMk id="3" creationId="{02B3C271-268E-03A0-DE84-73FAFA66F8EF}"/>
          </ac:picMkLst>
        </pc:picChg>
      </pc:sldChg>
      <pc:sldChg chg="addSp delSp modSp">
        <pc:chgData name="Benjamin Tutka" userId="S::bztutka@uark.edu::4f46d681-d4d2-45de-a455-d17af0e494dc" providerId="AD" clId="Web-{0C609AB7-967A-4148-9DD9-5D032ACFF114}" dt="2024-04-29T18:04:07.709" v="75"/>
        <pc:sldMkLst>
          <pc:docMk/>
          <pc:sldMk cId="2679279241" sldId="268"/>
        </pc:sldMkLst>
        <pc:picChg chg="add del mod modCrop">
          <ac:chgData name="Benjamin Tutka" userId="S::bztutka@uark.edu::4f46d681-d4d2-45de-a455-d17af0e494dc" providerId="AD" clId="Web-{0C609AB7-967A-4148-9DD9-5D032ACFF114}" dt="2024-04-29T18:01:07.829" v="65"/>
          <ac:picMkLst>
            <pc:docMk/>
            <pc:sldMk cId="2679279241" sldId="268"/>
            <ac:picMk id="2" creationId="{75CA92B5-22EC-2FBA-2DEE-71F2B6574404}"/>
          </ac:picMkLst>
        </pc:picChg>
        <pc:picChg chg="add del mod modCrop">
          <ac:chgData name="Benjamin Tutka" userId="S::bztutka@uark.edu::4f46d681-d4d2-45de-a455-d17af0e494dc" providerId="AD" clId="Web-{0C609AB7-967A-4148-9DD9-5D032ACFF114}" dt="2024-04-29T18:04:07.709" v="75"/>
          <ac:picMkLst>
            <pc:docMk/>
            <pc:sldMk cId="2679279241" sldId="268"/>
            <ac:picMk id="3" creationId="{B8A978F4-C67F-702B-0293-22EEC95A74F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645803-73DA-4BEA-BDB6-1BB8DFFA93B2}" type="doc">
      <dgm:prSet loTypeId="urn:microsoft.com/office/officeart/2005/8/layout/radial4" loCatId="relationship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BBBFD7B-4B99-4417-BEF7-A988595F64EC}">
      <dgm:prSet phldrT="[Text]"/>
      <dgm:spPr/>
      <dgm:t>
        <a:bodyPr/>
        <a:lstStyle/>
        <a:p>
          <a:r>
            <a:rPr lang="en-US" err="1">
              <a:latin typeface="Microsoft JhengHei UI" panose="020B0604030504040204" pitchFamily="34" charset="-120"/>
              <a:ea typeface="Microsoft JhengHei UI" panose="020B0604030504040204" pitchFamily="34" charset="-120"/>
            </a:rPr>
            <a:t>BlueBox</a:t>
          </a:r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 Database</a:t>
          </a:r>
        </a:p>
      </dgm:t>
    </dgm:pt>
    <dgm:pt modelId="{33277BA1-76BE-4E44-8ABF-76BF58A9A26B}" type="parTrans" cxnId="{68791154-1956-4652-B5D3-24A6C6810D69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22321F27-EFB2-4FBA-BFC5-A930CC40EDB3}" type="sibTrans" cxnId="{68791154-1956-4652-B5D3-24A6C6810D69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B3A7DFE8-D5DB-44B7-A470-5FC516E6F29B}">
      <dgm:prSet phldrT="[Text]" custT="1"/>
      <dgm:spPr/>
      <dgm:t>
        <a:bodyPr/>
        <a:lstStyle/>
        <a:p>
          <a:r>
            <a:rPr lang="en-US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Inventory of DVDS and games</a:t>
          </a:r>
        </a:p>
      </dgm:t>
    </dgm:pt>
    <dgm:pt modelId="{857A66C3-9046-4A73-BC02-2115EFECB86E}" type="parTrans" cxnId="{201D67F9-03C9-4EAD-9648-58ECBE01D398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1AFBD204-1405-4FD8-8BCF-7A8A478668EA}" type="sibTrans" cxnId="{201D67F9-03C9-4EAD-9648-58ECBE01D398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75E3CC7-28D1-49F0-B93F-D004E0E3D3DD}">
      <dgm:prSet phldrT="[Text]" custT="1"/>
      <dgm:spPr/>
      <dgm:t>
        <a:bodyPr/>
        <a:lstStyle/>
        <a:p>
          <a:r>
            <a:rPr lang="en-US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Tracking customer rentals</a:t>
          </a:r>
        </a:p>
      </dgm:t>
    </dgm:pt>
    <dgm:pt modelId="{21692B57-8766-406C-891B-B12006D1124B}" type="parTrans" cxnId="{DA2924C2-3594-4CD8-A42A-96213A89FD78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29D4722-80B9-4082-A2E3-B2823A8A5A24}" type="sibTrans" cxnId="{DA2924C2-3594-4CD8-A42A-96213A89FD78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E731341-2325-496E-94AF-4918B0810E72}">
      <dgm:prSet phldrT="[Text]" custT="1"/>
      <dgm:spPr/>
      <dgm:t>
        <a:bodyPr/>
        <a:lstStyle/>
        <a:p>
          <a:r>
            <a:rPr lang="en-US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Membership tier system</a:t>
          </a:r>
        </a:p>
      </dgm:t>
    </dgm:pt>
    <dgm:pt modelId="{F898923C-5929-4ADE-81E8-B68B54AA0BC9}" type="parTrans" cxnId="{3FBDFB9E-5844-4CA6-BAFE-F55B097242D5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48407AD-5CD6-45E9-84C5-1EBB06E71285}" type="sibTrans" cxnId="{3FBDFB9E-5844-4CA6-BAFE-F55B097242D5}">
      <dgm:prSet/>
      <dgm:spPr/>
      <dgm:t>
        <a:bodyPr/>
        <a:lstStyle/>
        <a:p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B84C33EF-B99F-4F6E-B203-720F740A67EB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Management reporting interface</a:t>
          </a:r>
        </a:p>
      </dgm:t>
    </dgm:pt>
    <dgm:pt modelId="{C9D1E7D6-9050-483E-8C74-4621FCF60554}" type="parTrans" cxnId="{BB665CA9-15F6-45BA-98CB-1E324BF28CF8}">
      <dgm:prSet/>
      <dgm:spPr/>
      <dgm:t>
        <a:bodyPr/>
        <a:lstStyle/>
        <a:p>
          <a:endParaRPr lang="en-US"/>
        </a:p>
      </dgm:t>
    </dgm:pt>
    <dgm:pt modelId="{5B00F62B-2DBA-4ED6-A28E-A82F0CB2E484}" type="sibTrans" cxnId="{BB665CA9-15F6-45BA-98CB-1E324BF28CF8}">
      <dgm:prSet/>
      <dgm:spPr/>
      <dgm:t>
        <a:bodyPr/>
        <a:lstStyle/>
        <a:p>
          <a:endParaRPr lang="en-US"/>
        </a:p>
      </dgm:t>
    </dgm:pt>
    <dgm:pt modelId="{FC09E11B-DB0C-4231-BC82-4917A702F4AA}" type="pres">
      <dgm:prSet presAssocID="{D8645803-73DA-4BEA-BDB6-1BB8DFFA93B2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040D109-5772-4567-9D16-C64ECBCF32E0}" type="pres">
      <dgm:prSet presAssocID="{9BBBFD7B-4B99-4417-BEF7-A988595F64EC}" presName="centerShape" presStyleLbl="node0" presStyleIdx="0" presStyleCnt="1"/>
      <dgm:spPr/>
    </dgm:pt>
    <dgm:pt modelId="{14C818F7-61C2-4C0D-A56A-5AD2707FF782}" type="pres">
      <dgm:prSet presAssocID="{C9D1E7D6-9050-483E-8C74-4621FCF60554}" presName="parTrans" presStyleLbl="bgSibTrans2D1" presStyleIdx="0" presStyleCnt="4"/>
      <dgm:spPr/>
    </dgm:pt>
    <dgm:pt modelId="{E054A123-54F5-451A-BE17-996CF78A553F}" type="pres">
      <dgm:prSet presAssocID="{B84C33EF-B99F-4F6E-B203-720F740A67EB}" presName="node" presStyleLbl="node1" presStyleIdx="0" presStyleCnt="4">
        <dgm:presLayoutVars>
          <dgm:bulletEnabled val="1"/>
        </dgm:presLayoutVars>
      </dgm:prSet>
      <dgm:spPr/>
    </dgm:pt>
    <dgm:pt modelId="{241F73FD-D410-4AD8-BAC2-76E994EC9901}" type="pres">
      <dgm:prSet presAssocID="{857A66C3-9046-4A73-BC02-2115EFECB86E}" presName="parTrans" presStyleLbl="bgSibTrans2D1" presStyleIdx="1" presStyleCnt="4"/>
      <dgm:spPr/>
    </dgm:pt>
    <dgm:pt modelId="{6FCAF2EE-7D54-488F-83CB-19DE0FDC6B2F}" type="pres">
      <dgm:prSet presAssocID="{B3A7DFE8-D5DB-44B7-A470-5FC516E6F29B}" presName="node" presStyleLbl="node1" presStyleIdx="1" presStyleCnt="4">
        <dgm:presLayoutVars>
          <dgm:bulletEnabled val="1"/>
        </dgm:presLayoutVars>
      </dgm:prSet>
      <dgm:spPr/>
    </dgm:pt>
    <dgm:pt modelId="{A5B8545E-9193-4782-9638-6EC420098655}" type="pres">
      <dgm:prSet presAssocID="{21692B57-8766-406C-891B-B12006D1124B}" presName="parTrans" presStyleLbl="bgSibTrans2D1" presStyleIdx="2" presStyleCnt="4"/>
      <dgm:spPr/>
    </dgm:pt>
    <dgm:pt modelId="{6CBFAD30-F2B9-4687-BF85-10A62AC20AAF}" type="pres">
      <dgm:prSet presAssocID="{A75E3CC7-28D1-49F0-B93F-D004E0E3D3DD}" presName="node" presStyleLbl="node1" presStyleIdx="2" presStyleCnt="4">
        <dgm:presLayoutVars>
          <dgm:bulletEnabled val="1"/>
        </dgm:presLayoutVars>
      </dgm:prSet>
      <dgm:spPr/>
    </dgm:pt>
    <dgm:pt modelId="{B3DA7678-F929-4D85-93BF-F7FDB24FEA18}" type="pres">
      <dgm:prSet presAssocID="{F898923C-5929-4ADE-81E8-B68B54AA0BC9}" presName="parTrans" presStyleLbl="bgSibTrans2D1" presStyleIdx="3" presStyleCnt="4"/>
      <dgm:spPr/>
    </dgm:pt>
    <dgm:pt modelId="{C3BD43F0-7317-4771-8AB7-CE06DF4006D7}" type="pres">
      <dgm:prSet presAssocID="{DE731341-2325-496E-94AF-4918B0810E72}" presName="node" presStyleLbl="node1" presStyleIdx="3" presStyleCnt="4">
        <dgm:presLayoutVars>
          <dgm:bulletEnabled val="1"/>
        </dgm:presLayoutVars>
      </dgm:prSet>
      <dgm:spPr/>
    </dgm:pt>
  </dgm:ptLst>
  <dgm:cxnLst>
    <dgm:cxn modelId="{F7137A0B-BC01-4D79-AEC2-9CF991AE42E3}" type="presOf" srcId="{21692B57-8766-406C-891B-B12006D1124B}" destId="{A5B8545E-9193-4782-9638-6EC420098655}" srcOrd="0" destOrd="0" presId="urn:microsoft.com/office/officeart/2005/8/layout/radial4"/>
    <dgm:cxn modelId="{D6426612-5774-4805-AC58-4AB9E0EED0C4}" type="presOf" srcId="{9BBBFD7B-4B99-4417-BEF7-A988595F64EC}" destId="{8040D109-5772-4567-9D16-C64ECBCF32E0}" srcOrd="0" destOrd="0" presId="urn:microsoft.com/office/officeart/2005/8/layout/radial4"/>
    <dgm:cxn modelId="{8A8CF12E-38B0-40EC-8C86-B1ADFAA202C3}" type="presOf" srcId="{D8645803-73DA-4BEA-BDB6-1BB8DFFA93B2}" destId="{FC09E11B-DB0C-4231-BC82-4917A702F4AA}" srcOrd="0" destOrd="0" presId="urn:microsoft.com/office/officeart/2005/8/layout/radial4"/>
    <dgm:cxn modelId="{318A264A-56F3-44D3-95FB-3D07B9C20A7C}" type="presOf" srcId="{A75E3CC7-28D1-49F0-B93F-D004E0E3D3DD}" destId="{6CBFAD30-F2B9-4687-BF85-10A62AC20AAF}" srcOrd="0" destOrd="0" presId="urn:microsoft.com/office/officeart/2005/8/layout/radial4"/>
    <dgm:cxn modelId="{68292152-DD5A-41AE-8EFA-D53EA2BF86CB}" type="presOf" srcId="{857A66C3-9046-4A73-BC02-2115EFECB86E}" destId="{241F73FD-D410-4AD8-BAC2-76E994EC9901}" srcOrd="0" destOrd="0" presId="urn:microsoft.com/office/officeart/2005/8/layout/radial4"/>
    <dgm:cxn modelId="{68791154-1956-4652-B5D3-24A6C6810D69}" srcId="{D8645803-73DA-4BEA-BDB6-1BB8DFFA93B2}" destId="{9BBBFD7B-4B99-4417-BEF7-A988595F64EC}" srcOrd="0" destOrd="0" parTransId="{33277BA1-76BE-4E44-8ABF-76BF58A9A26B}" sibTransId="{22321F27-EFB2-4FBA-BFC5-A930CC40EDB3}"/>
    <dgm:cxn modelId="{F964389E-40B5-4704-BA54-B90C322C2881}" type="presOf" srcId="{C9D1E7D6-9050-483E-8C74-4621FCF60554}" destId="{14C818F7-61C2-4C0D-A56A-5AD2707FF782}" srcOrd="0" destOrd="0" presId="urn:microsoft.com/office/officeart/2005/8/layout/radial4"/>
    <dgm:cxn modelId="{3FBDFB9E-5844-4CA6-BAFE-F55B097242D5}" srcId="{9BBBFD7B-4B99-4417-BEF7-A988595F64EC}" destId="{DE731341-2325-496E-94AF-4918B0810E72}" srcOrd="3" destOrd="0" parTransId="{F898923C-5929-4ADE-81E8-B68B54AA0BC9}" sibTransId="{F48407AD-5CD6-45E9-84C5-1EBB06E71285}"/>
    <dgm:cxn modelId="{BB665CA9-15F6-45BA-98CB-1E324BF28CF8}" srcId="{9BBBFD7B-4B99-4417-BEF7-A988595F64EC}" destId="{B84C33EF-B99F-4F6E-B203-720F740A67EB}" srcOrd="0" destOrd="0" parTransId="{C9D1E7D6-9050-483E-8C74-4621FCF60554}" sibTransId="{5B00F62B-2DBA-4ED6-A28E-A82F0CB2E484}"/>
    <dgm:cxn modelId="{17C180BF-0D7A-43E7-99EC-35BA4072F5A3}" type="presOf" srcId="{F898923C-5929-4ADE-81E8-B68B54AA0BC9}" destId="{B3DA7678-F929-4D85-93BF-F7FDB24FEA18}" srcOrd="0" destOrd="0" presId="urn:microsoft.com/office/officeart/2005/8/layout/radial4"/>
    <dgm:cxn modelId="{DA2924C2-3594-4CD8-A42A-96213A89FD78}" srcId="{9BBBFD7B-4B99-4417-BEF7-A988595F64EC}" destId="{A75E3CC7-28D1-49F0-B93F-D004E0E3D3DD}" srcOrd="2" destOrd="0" parTransId="{21692B57-8766-406C-891B-B12006D1124B}" sibTransId="{D29D4722-80B9-4082-A2E3-B2823A8A5A24}"/>
    <dgm:cxn modelId="{5CCF9CCE-DFA8-42BC-8B78-03428F654253}" type="presOf" srcId="{DE731341-2325-496E-94AF-4918B0810E72}" destId="{C3BD43F0-7317-4771-8AB7-CE06DF4006D7}" srcOrd="0" destOrd="0" presId="urn:microsoft.com/office/officeart/2005/8/layout/radial4"/>
    <dgm:cxn modelId="{83B869D9-A3F4-4045-B663-B692B9644607}" type="presOf" srcId="{B84C33EF-B99F-4F6E-B203-720F740A67EB}" destId="{E054A123-54F5-451A-BE17-996CF78A553F}" srcOrd="0" destOrd="0" presId="urn:microsoft.com/office/officeart/2005/8/layout/radial4"/>
    <dgm:cxn modelId="{DAAA2DED-FDED-44DD-9D3C-2E4087AD17EA}" type="presOf" srcId="{B3A7DFE8-D5DB-44B7-A470-5FC516E6F29B}" destId="{6FCAF2EE-7D54-488F-83CB-19DE0FDC6B2F}" srcOrd="0" destOrd="0" presId="urn:microsoft.com/office/officeart/2005/8/layout/radial4"/>
    <dgm:cxn modelId="{201D67F9-03C9-4EAD-9648-58ECBE01D398}" srcId="{9BBBFD7B-4B99-4417-BEF7-A988595F64EC}" destId="{B3A7DFE8-D5DB-44B7-A470-5FC516E6F29B}" srcOrd="1" destOrd="0" parTransId="{857A66C3-9046-4A73-BC02-2115EFECB86E}" sibTransId="{1AFBD204-1405-4FD8-8BCF-7A8A478668EA}"/>
    <dgm:cxn modelId="{8F1CD533-867C-43FE-8E11-9B101F64DC10}" type="presParOf" srcId="{FC09E11B-DB0C-4231-BC82-4917A702F4AA}" destId="{8040D109-5772-4567-9D16-C64ECBCF32E0}" srcOrd="0" destOrd="0" presId="urn:microsoft.com/office/officeart/2005/8/layout/radial4"/>
    <dgm:cxn modelId="{F4E3629B-3760-46A9-B83B-4E3500656658}" type="presParOf" srcId="{FC09E11B-DB0C-4231-BC82-4917A702F4AA}" destId="{14C818F7-61C2-4C0D-A56A-5AD2707FF782}" srcOrd="1" destOrd="0" presId="urn:microsoft.com/office/officeart/2005/8/layout/radial4"/>
    <dgm:cxn modelId="{A74D7E86-CF99-43FC-AAAB-0F569B8FB5A8}" type="presParOf" srcId="{FC09E11B-DB0C-4231-BC82-4917A702F4AA}" destId="{E054A123-54F5-451A-BE17-996CF78A553F}" srcOrd="2" destOrd="0" presId="urn:microsoft.com/office/officeart/2005/8/layout/radial4"/>
    <dgm:cxn modelId="{F2B7AA59-4986-4355-916E-350D5DD12342}" type="presParOf" srcId="{FC09E11B-DB0C-4231-BC82-4917A702F4AA}" destId="{241F73FD-D410-4AD8-BAC2-76E994EC9901}" srcOrd="3" destOrd="0" presId="urn:microsoft.com/office/officeart/2005/8/layout/radial4"/>
    <dgm:cxn modelId="{4DB11FEB-49E7-4751-838F-80A58FB4B953}" type="presParOf" srcId="{FC09E11B-DB0C-4231-BC82-4917A702F4AA}" destId="{6FCAF2EE-7D54-488F-83CB-19DE0FDC6B2F}" srcOrd="4" destOrd="0" presId="urn:microsoft.com/office/officeart/2005/8/layout/radial4"/>
    <dgm:cxn modelId="{28D3906F-F4B0-4DB4-9C78-16D1AC5B4126}" type="presParOf" srcId="{FC09E11B-DB0C-4231-BC82-4917A702F4AA}" destId="{A5B8545E-9193-4782-9638-6EC420098655}" srcOrd="5" destOrd="0" presId="urn:microsoft.com/office/officeart/2005/8/layout/radial4"/>
    <dgm:cxn modelId="{4EA94EC0-3AD4-41A0-8E4C-0AB3CEB50340}" type="presParOf" srcId="{FC09E11B-DB0C-4231-BC82-4917A702F4AA}" destId="{6CBFAD30-F2B9-4687-BF85-10A62AC20AAF}" srcOrd="6" destOrd="0" presId="urn:microsoft.com/office/officeart/2005/8/layout/radial4"/>
    <dgm:cxn modelId="{91ED98A1-758C-420E-86E9-994614A8A312}" type="presParOf" srcId="{FC09E11B-DB0C-4231-BC82-4917A702F4AA}" destId="{B3DA7678-F929-4D85-93BF-F7FDB24FEA18}" srcOrd="7" destOrd="0" presId="urn:microsoft.com/office/officeart/2005/8/layout/radial4"/>
    <dgm:cxn modelId="{D8C82E66-626C-4BE1-8F8C-3F89CA29A700}" type="presParOf" srcId="{FC09E11B-DB0C-4231-BC82-4917A702F4AA}" destId="{C3BD43F0-7317-4771-8AB7-CE06DF4006D7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A0B286-9C9F-482D-8D6F-D143630DD42A}" type="doc">
      <dgm:prSet loTypeId="urn:microsoft.com/office/officeart/2005/8/layout/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6DAC25F-3D2E-495F-9D0D-7FA3251B5B51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Conceptual Model</a:t>
          </a:r>
        </a:p>
      </dgm:t>
    </dgm:pt>
    <dgm:pt modelId="{6C05993A-636E-45B5-AE20-CE980884B337}" type="parTrans" cxnId="{9C766016-BB83-4D3F-BF48-3174852E4D34}">
      <dgm:prSet/>
      <dgm:spPr/>
      <dgm:t>
        <a:bodyPr/>
        <a:lstStyle/>
        <a:p>
          <a:endParaRPr lang="en-US"/>
        </a:p>
      </dgm:t>
    </dgm:pt>
    <dgm:pt modelId="{E2ADB051-111A-4420-8942-1FA5D013466E}" type="sibTrans" cxnId="{9C766016-BB83-4D3F-BF48-3174852E4D34}">
      <dgm:prSet/>
      <dgm:spPr/>
      <dgm:t>
        <a:bodyPr/>
        <a:lstStyle/>
        <a:p>
          <a:endParaRPr lang="en-US"/>
        </a:p>
      </dgm:t>
    </dgm:pt>
    <dgm:pt modelId="{5A2473EC-BAD2-4F80-849D-7D693E42C25E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ERD</a:t>
          </a:r>
        </a:p>
      </dgm:t>
    </dgm:pt>
    <dgm:pt modelId="{B196D6F5-AF85-49FF-8E42-A60F42393CE1}" type="parTrans" cxnId="{80343040-F101-46A1-89F6-93311A755489}">
      <dgm:prSet/>
      <dgm:spPr/>
      <dgm:t>
        <a:bodyPr/>
        <a:lstStyle/>
        <a:p>
          <a:endParaRPr lang="en-US"/>
        </a:p>
      </dgm:t>
    </dgm:pt>
    <dgm:pt modelId="{91B84A3B-A4BD-4960-B464-CF86877F803B}" type="sibTrans" cxnId="{80343040-F101-46A1-89F6-93311A755489}">
      <dgm:prSet/>
      <dgm:spPr/>
      <dgm:t>
        <a:bodyPr/>
        <a:lstStyle/>
        <a:p>
          <a:endParaRPr lang="en-US"/>
        </a:p>
      </dgm:t>
    </dgm:pt>
    <dgm:pt modelId="{89EE173A-BBCE-4CF9-A553-F6434CCE6AB1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Revisions</a:t>
          </a:r>
        </a:p>
      </dgm:t>
    </dgm:pt>
    <dgm:pt modelId="{EE4FD449-E9D6-4EBE-80B6-C95D666C4D7C}" type="parTrans" cxnId="{7682409B-ACB6-498B-9CC7-D461FD7E58AB}">
      <dgm:prSet/>
      <dgm:spPr/>
      <dgm:t>
        <a:bodyPr/>
        <a:lstStyle/>
        <a:p>
          <a:endParaRPr lang="en-US"/>
        </a:p>
      </dgm:t>
    </dgm:pt>
    <dgm:pt modelId="{500B981F-9D60-4FF6-9047-1F8743F94890}" type="sibTrans" cxnId="{7682409B-ACB6-498B-9CC7-D461FD7E58AB}">
      <dgm:prSet/>
      <dgm:spPr/>
      <dgm:t>
        <a:bodyPr/>
        <a:lstStyle/>
        <a:p>
          <a:endParaRPr lang="en-US"/>
        </a:p>
      </dgm:t>
    </dgm:pt>
    <dgm:pt modelId="{F02827B3-59F8-4A72-BCAC-C98E72EDC8F4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Final ERD &amp; Conceptual model</a:t>
          </a:r>
        </a:p>
      </dgm:t>
    </dgm:pt>
    <dgm:pt modelId="{1141998C-8584-4192-8BA1-35F9806C1847}" type="parTrans" cxnId="{E327FD46-86D8-4E92-89A1-A4C4E45794AB}">
      <dgm:prSet/>
      <dgm:spPr/>
      <dgm:t>
        <a:bodyPr/>
        <a:lstStyle/>
        <a:p>
          <a:endParaRPr lang="en-US"/>
        </a:p>
      </dgm:t>
    </dgm:pt>
    <dgm:pt modelId="{DB4A0878-1385-4578-9AE2-9DC62B940B5D}" type="sibTrans" cxnId="{E327FD46-86D8-4E92-89A1-A4C4E45794AB}">
      <dgm:prSet/>
      <dgm:spPr/>
      <dgm:t>
        <a:bodyPr/>
        <a:lstStyle/>
        <a:p>
          <a:endParaRPr lang="en-US"/>
        </a:p>
      </dgm:t>
    </dgm:pt>
    <dgm:pt modelId="{E0497A1E-BBE3-4CBB-ACF8-4B38161305C7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Input from Prof. Nolan: Eliminate LINE_ITEM table</a:t>
          </a:r>
        </a:p>
      </dgm:t>
    </dgm:pt>
    <dgm:pt modelId="{1AFBA8C1-A7F5-4FFB-886F-7D39DD5C0526}" type="parTrans" cxnId="{BF5EAAE5-332C-45F4-B39E-2B84EEBC0E8E}">
      <dgm:prSet/>
      <dgm:spPr/>
      <dgm:t>
        <a:bodyPr/>
        <a:lstStyle/>
        <a:p>
          <a:endParaRPr lang="en-US"/>
        </a:p>
      </dgm:t>
    </dgm:pt>
    <dgm:pt modelId="{BAB11F50-9BF1-4051-8F27-2A9077D30915}" type="sibTrans" cxnId="{BF5EAAE5-332C-45F4-B39E-2B84EEBC0E8E}">
      <dgm:prSet/>
      <dgm:spPr/>
      <dgm:t>
        <a:bodyPr/>
        <a:lstStyle/>
        <a:p>
          <a:endParaRPr lang="en-US"/>
        </a:p>
      </dgm:t>
    </dgm:pt>
    <dgm:pt modelId="{37247055-620E-4F64-B298-35A47E3E6F17}">
      <dgm:prSet phldrT="[Text]"/>
      <dgm:spPr/>
      <dgm:t>
        <a:bodyPr/>
        <a:lstStyle/>
        <a:p>
          <a:r>
            <a:rPr lang="en-US">
              <a:latin typeface="Microsoft JhengHei UI" panose="020B0604030504040204" pitchFamily="34" charset="-120"/>
              <a:ea typeface="Microsoft JhengHei UI" panose="020B0604030504040204" pitchFamily="34" charset="-120"/>
            </a:rPr>
            <a:t>Changes during data generation: Add gender, overdue, etc…</a:t>
          </a:r>
        </a:p>
      </dgm:t>
    </dgm:pt>
    <dgm:pt modelId="{93436F09-8A9E-4714-BEC6-872CC6D34390}" type="parTrans" cxnId="{B580BF8C-F889-4DC3-AAE0-C04D81528E81}">
      <dgm:prSet/>
      <dgm:spPr/>
      <dgm:t>
        <a:bodyPr/>
        <a:lstStyle/>
        <a:p>
          <a:endParaRPr lang="en-US"/>
        </a:p>
      </dgm:t>
    </dgm:pt>
    <dgm:pt modelId="{BA75CC3E-73AE-4D50-84A5-731AE2A5989B}" type="sibTrans" cxnId="{B580BF8C-F889-4DC3-AAE0-C04D81528E81}">
      <dgm:prSet/>
      <dgm:spPr/>
      <dgm:t>
        <a:bodyPr/>
        <a:lstStyle/>
        <a:p>
          <a:endParaRPr lang="en-US"/>
        </a:p>
      </dgm:t>
    </dgm:pt>
    <dgm:pt modelId="{AB470778-81DA-4DE5-8985-3DA167327473}" type="pres">
      <dgm:prSet presAssocID="{34A0B286-9C9F-482D-8D6F-D143630DD42A}" presName="linear" presStyleCnt="0">
        <dgm:presLayoutVars>
          <dgm:dir/>
          <dgm:animLvl val="lvl"/>
          <dgm:resizeHandles val="exact"/>
        </dgm:presLayoutVars>
      </dgm:prSet>
      <dgm:spPr/>
    </dgm:pt>
    <dgm:pt modelId="{31430851-E5DC-42B2-9E1B-8A3A27DD7400}" type="pres">
      <dgm:prSet presAssocID="{56DAC25F-3D2E-495F-9D0D-7FA3251B5B51}" presName="parentLin" presStyleCnt="0"/>
      <dgm:spPr/>
    </dgm:pt>
    <dgm:pt modelId="{4389E40D-CFF2-49E7-9230-59C58630C589}" type="pres">
      <dgm:prSet presAssocID="{56DAC25F-3D2E-495F-9D0D-7FA3251B5B51}" presName="parentLeftMargin" presStyleLbl="node1" presStyleIdx="0" presStyleCnt="4"/>
      <dgm:spPr/>
    </dgm:pt>
    <dgm:pt modelId="{3485996D-906C-4FE4-B4C4-054DCB5CD4F5}" type="pres">
      <dgm:prSet presAssocID="{56DAC25F-3D2E-495F-9D0D-7FA3251B5B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8DED47-89A6-4B96-9D9C-E4D989B151DF}" type="pres">
      <dgm:prSet presAssocID="{56DAC25F-3D2E-495F-9D0D-7FA3251B5B51}" presName="negativeSpace" presStyleCnt="0"/>
      <dgm:spPr/>
    </dgm:pt>
    <dgm:pt modelId="{905C7652-AD93-4DBB-8C01-EB551A22020A}" type="pres">
      <dgm:prSet presAssocID="{56DAC25F-3D2E-495F-9D0D-7FA3251B5B51}" presName="childText" presStyleLbl="conFgAcc1" presStyleIdx="0" presStyleCnt="4">
        <dgm:presLayoutVars>
          <dgm:bulletEnabled val="1"/>
        </dgm:presLayoutVars>
      </dgm:prSet>
      <dgm:spPr/>
    </dgm:pt>
    <dgm:pt modelId="{4AA9AB7B-40B5-4C9F-892F-ADA9F86C20B9}" type="pres">
      <dgm:prSet presAssocID="{E2ADB051-111A-4420-8942-1FA5D013466E}" presName="spaceBetweenRectangles" presStyleCnt="0"/>
      <dgm:spPr/>
    </dgm:pt>
    <dgm:pt modelId="{EF1AB996-9E1A-4039-810B-2481BE6D6DB6}" type="pres">
      <dgm:prSet presAssocID="{5A2473EC-BAD2-4F80-849D-7D693E42C25E}" presName="parentLin" presStyleCnt="0"/>
      <dgm:spPr/>
    </dgm:pt>
    <dgm:pt modelId="{F1A2DACA-4E45-449B-A916-4E177EB064D2}" type="pres">
      <dgm:prSet presAssocID="{5A2473EC-BAD2-4F80-849D-7D693E42C25E}" presName="parentLeftMargin" presStyleLbl="node1" presStyleIdx="0" presStyleCnt="4"/>
      <dgm:spPr/>
    </dgm:pt>
    <dgm:pt modelId="{613FD95A-0D15-432D-A4C0-8A0F7BA9A392}" type="pres">
      <dgm:prSet presAssocID="{5A2473EC-BAD2-4F80-849D-7D693E42C2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3F94A0-4E0A-489A-9F7D-EBB221E70AA8}" type="pres">
      <dgm:prSet presAssocID="{5A2473EC-BAD2-4F80-849D-7D693E42C25E}" presName="negativeSpace" presStyleCnt="0"/>
      <dgm:spPr/>
    </dgm:pt>
    <dgm:pt modelId="{D18DAEFE-AB8C-4FEE-8244-F18F80194A53}" type="pres">
      <dgm:prSet presAssocID="{5A2473EC-BAD2-4F80-849D-7D693E42C25E}" presName="childText" presStyleLbl="conFgAcc1" presStyleIdx="1" presStyleCnt="4">
        <dgm:presLayoutVars>
          <dgm:bulletEnabled val="1"/>
        </dgm:presLayoutVars>
      </dgm:prSet>
      <dgm:spPr/>
    </dgm:pt>
    <dgm:pt modelId="{8A22DA28-A19E-46FF-960D-3DF4DE9031F9}" type="pres">
      <dgm:prSet presAssocID="{91B84A3B-A4BD-4960-B464-CF86877F803B}" presName="spaceBetweenRectangles" presStyleCnt="0"/>
      <dgm:spPr/>
    </dgm:pt>
    <dgm:pt modelId="{8C740456-BD2E-4828-937E-2E7BC3F0EBB5}" type="pres">
      <dgm:prSet presAssocID="{89EE173A-BBCE-4CF9-A553-F6434CCE6AB1}" presName="parentLin" presStyleCnt="0"/>
      <dgm:spPr/>
    </dgm:pt>
    <dgm:pt modelId="{440A8D62-7D53-4E06-9A9C-85704B96A155}" type="pres">
      <dgm:prSet presAssocID="{89EE173A-BBCE-4CF9-A553-F6434CCE6AB1}" presName="parentLeftMargin" presStyleLbl="node1" presStyleIdx="1" presStyleCnt="4"/>
      <dgm:spPr/>
    </dgm:pt>
    <dgm:pt modelId="{9A0B7135-C55D-4B69-8AE6-8D62BD168759}" type="pres">
      <dgm:prSet presAssocID="{89EE173A-BBCE-4CF9-A553-F6434CCE6A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FDC692-2372-47BE-B353-9C47F357E197}" type="pres">
      <dgm:prSet presAssocID="{89EE173A-BBCE-4CF9-A553-F6434CCE6AB1}" presName="negativeSpace" presStyleCnt="0"/>
      <dgm:spPr/>
    </dgm:pt>
    <dgm:pt modelId="{FEC8FF9D-2C5D-4C36-92B4-5BC3059D3C10}" type="pres">
      <dgm:prSet presAssocID="{89EE173A-BBCE-4CF9-A553-F6434CCE6AB1}" presName="childText" presStyleLbl="conFgAcc1" presStyleIdx="2" presStyleCnt="4">
        <dgm:presLayoutVars>
          <dgm:bulletEnabled val="1"/>
        </dgm:presLayoutVars>
      </dgm:prSet>
      <dgm:spPr/>
    </dgm:pt>
    <dgm:pt modelId="{FAE66936-E29F-4D16-8411-21EAAB4F6E46}" type="pres">
      <dgm:prSet presAssocID="{500B981F-9D60-4FF6-9047-1F8743F94890}" presName="spaceBetweenRectangles" presStyleCnt="0"/>
      <dgm:spPr/>
    </dgm:pt>
    <dgm:pt modelId="{4686B417-C9B8-45A5-B7D9-A64EC6C7D058}" type="pres">
      <dgm:prSet presAssocID="{F02827B3-59F8-4A72-BCAC-C98E72EDC8F4}" presName="parentLin" presStyleCnt="0"/>
      <dgm:spPr/>
    </dgm:pt>
    <dgm:pt modelId="{E7BF0F76-7A20-4705-9727-50EED68B951E}" type="pres">
      <dgm:prSet presAssocID="{F02827B3-59F8-4A72-BCAC-C98E72EDC8F4}" presName="parentLeftMargin" presStyleLbl="node1" presStyleIdx="2" presStyleCnt="4"/>
      <dgm:spPr/>
    </dgm:pt>
    <dgm:pt modelId="{7F565B3B-5D46-4543-BD71-D04A3EF479F4}" type="pres">
      <dgm:prSet presAssocID="{F02827B3-59F8-4A72-BCAC-C98E72EDC8F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B8E7147-7BC4-4926-AB69-83CCC8E627CE}" type="pres">
      <dgm:prSet presAssocID="{F02827B3-59F8-4A72-BCAC-C98E72EDC8F4}" presName="negativeSpace" presStyleCnt="0"/>
      <dgm:spPr/>
    </dgm:pt>
    <dgm:pt modelId="{1CEE08C7-DD52-4645-B645-5C8B8A723BC4}" type="pres">
      <dgm:prSet presAssocID="{F02827B3-59F8-4A72-BCAC-C98E72EDC8F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4542F0C-7369-4775-BBCE-532A6D5408CA}" type="presOf" srcId="{89EE173A-BBCE-4CF9-A553-F6434CCE6AB1}" destId="{440A8D62-7D53-4E06-9A9C-85704B96A155}" srcOrd="0" destOrd="0" presId="urn:microsoft.com/office/officeart/2005/8/layout/list1"/>
    <dgm:cxn modelId="{9C766016-BB83-4D3F-BF48-3174852E4D34}" srcId="{34A0B286-9C9F-482D-8D6F-D143630DD42A}" destId="{56DAC25F-3D2E-495F-9D0D-7FA3251B5B51}" srcOrd="0" destOrd="0" parTransId="{6C05993A-636E-45B5-AE20-CE980884B337}" sibTransId="{E2ADB051-111A-4420-8942-1FA5D013466E}"/>
    <dgm:cxn modelId="{7821F81F-41DD-4CDA-B4DD-BDC5579FA7AA}" type="presOf" srcId="{34A0B286-9C9F-482D-8D6F-D143630DD42A}" destId="{AB470778-81DA-4DE5-8985-3DA167327473}" srcOrd="0" destOrd="0" presId="urn:microsoft.com/office/officeart/2005/8/layout/list1"/>
    <dgm:cxn modelId="{162E3E2B-97EF-466E-9D04-994556162C34}" type="presOf" srcId="{F02827B3-59F8-4A72-BCAC-C98E72EDC8F4}" destId="{7F565B3B-5D46-4543-BD71-D04A3EF479F4}" srcOrd="1" destOrd="0" presId="urn:microsoft.com/office/officeart/2005/8/layout/list1"/>
    <dgm:cxn modelId="{28EE3F2C-BAFC-4BD4-8775-106505E3BB3F}" type="presOf" srcId="{F02827B3-59F8-4A72-BCAC-C98E72EDC8F4}" destId="{E7BF0F76-7A20-4705-9727-50EED68B951E}" srcOrd="0" destOrd="0" presId="urn:microsoft.com/office/officeart/2005/8/layout/list1"/>
    <dgm:cxn modelId="{65BEF53E-96B8-478D-ACCA-F82E3F0A7DEB}" type="presOf" srcId="{56DAC25F-3D2E-495F-9D0D-7FA3251B5B51}" destId="{3485996D-906C-4FE4-B4C4-054DCB5CD4F5}" srcOrd="1" destOrd="0" presId="urn:microsoft.com/office/officeart/2005/8/layout/list1"/>
    <dgm:cxn modelId="{80343040-F101-46A1-89F6-93311A755489}" srcId="{34A0B286-9C9F-482D-8D6F-D143630DD42A}" destId="{5A2473EC-BAD2-4F80-849D-7D693E42C25E}" srcOrd="1" destOrd="0" parTransId="{B196D6F5-AF85-49FF-8E42-A60F42393CE1}" sibTransId="{91B84A3B-A4BD-4960-B464-CF86877F803B}"/>
    <dgm:cxn modelId="{E327FD46-86D8-4E92-89A1-A4C4E45794AB}" srcId="{34A0B286-9C9F-482D-8D6F-D143630DD42A}" destId="{F02827B3-59F8-4A72-BCAC-C98E72EDC8F4}" srcOrd="3" destOrd="0" parTransId="{1141998C-8584-4192-8BA1-35F9806C1847}" sibTransId="{DB4A0878-1385-4578-9AE2-9DC62B940B5D}"/>
    <dgm:cxn modelId="{9355E04B-4639-4A48-8626-080EB0AFE8EF}" type="presOf" srcId="{5A2473EC-BAD2-4F80-849D-7D693E42C25E}" destId="{F1A2DACA-4E45-449B-A916-4E177EB064D2}" srcOrd="0" destOrd="0" presId="urn:microsoft.com/office/officeart/2005/8/layout/list1"/>
    <dgm:cxn modelId="{220DC67E-E61B-4371-9F3B-E214B26A6AEA}" type="presOf" srcId="{E0497A1E-BBE3-4CBB-ACF8-4B38161305C7}" destId="{FEC8FF9D-2C5D-4C36-92B4-5BC3059D3C10}" srcOrd="0" destOrd="0" presId="urn:microsoft.com/office/officeart/2005/8/layout/list1"/>
    <dgm:cxn modelId="{5F0E458B-82D3-44BA-BAF6-A91A3E9ADACA}" type="presOf" srcId="{37247055-620E-4F64-B298-35A47E3E6F17}" destId="{FEC8FF9D-2C5D-4C36-92B4-5BC3059D3C10}" srcOrd="0" destOrd="1" presId="urn:microsoft.com/office/officeart/2005/8/layout/list1"/>
    <dgm:cxn modelId="{B580BF8C-F889-4DC3-AAE0-C04D81528E81}" srcId="{89EE173A-BBCE-4CF9-A553-F6434CCE6AB1}" destId="{37247055-620E-4F64-B298-35A47E3E6F17}" srcOrd="1" destOrd="0" parTransId="{93436F09-8A9E-4714-BEC6-872CC6D34390}" sibTransId="{BA75CC3E-73AE-4D50-84A5-731AE2A5989B}"/>
    <dgm:cxn modelId="{7682409B-ACB6-498B-9CC7-D461FD7E58AB}" srcId="{34A0B286-9C9F-482D-8D6F-D143630DD42A}" destId="{89EE173A-BBCE-4CF9-A553-F6434CCE6AB1}" srcOrd="2" destOrd="0" parTransId="{EE4FD449-E9D6-4EBE-80B6-C95D666C4D7C}" sibTransId="{500B981F-9D60-4FF6-9047-1F8743F94890}"/>
    <dgm:cxn modelId="{CD417AC1-3310-4747-BEF5-63BCA12D328D}" type="presOf" srcId="{89EE173A-BBCE-4CF9-A553-F6434CCE6AB1}" destId="{9A0B7135-C55D-4B69-8AE6-8D62BD168759}" srcOrd="1" destOrd="0" presId="urn:microsoft.com/office/officeart/2005/8/layout/list1"/>
    <dgm:cxn modelId="{3E995FCB-0543-402B-A156-2C789A9DFB7D}" type="presOf" srcId="{56DAC25F-3D2E-495F-9D0D-7FA3251B5B51}" destId="{4389E40D-CFF2-49E7-9230-59C58630C589}" srcOrd="0" destOrd="0" presId="urn:microsoft.com/office/officeart/2005/8/layout/list1"/>
    <dgm:cxn modelId="{BF5EAAE5-332C-45F4-B39E-2B84EEBC0E8E}" srcId="{89EE173A-BBCE-4CF9-A553-F6434CCE6AB1}" destId="{E0497A1E-BBE3-4CBB-ACF8-4B38161305C7}" srcOrd="0" destOrd="0" parTransId="{1AFBA8C1-A7F5-4FFB-886F-7D39DD5C0526}" sibTransId="{BAB11F50-9BF1-4051-8F27-2A9077D30915}"/>
    <dgm:cxn modelId="{D5A5C4EE-D2E8-44AE-A870-163443296182}" type="presOf" srcId="{5A2473EC-BAD2-4F80-849D-7D693E42C25E}" destId="{613FD95A-0D15-432D-A4C0-8A0F7BA9A392}" srcOrd="1" destOrd="0" presId="urn:microsoft.com/office/officeart/2005/8/layout/list1"/>
    <dgm:cxn modelId="{49413246-7EFC-434C-86CD-A2FCB58B1B04}" type="presParOf" srcId="{AB470778-81DA-4DE5-8985-3DA167327473}" destId="{31430851-E5DC-42B2-9E1B-8A3A27DD7400}" srcOrd="0" destOrd="0" presId="urn:microsoft.com/office/officeart/2005/8/layout/list1"/>
    <dgm:cxn modelId="{0CAE3BCB-1FAB-4356-83F4-1537ED1E6DE2}" type="presParOf" srcId="{31430851-E5DC-42B2-9E1B-8A3A27DD7400}" destId="{4389E40D-CFF2-49E7-9230-59C58630C589}" srcOrd="0" destOrd="0" presId="urn:microsoft.com/office/officeart/2005/8/layout/list1"/>
    <dgm:cxn modelId="{34173E67-1295-422D-B026-99F1D6E5E38E}" type="presParOf" srcId="{31430851-E5DC-42B2-9E1B-8A3A27DD7400}" destId="{3485996D-906C-4FE4-B4C4-054DCB5CD4F5}" srcOrd="1" destOrd="0" presId="urn:microsoft.com/office/officeart/2005/8/layout/list1"/>
    <dgm:cxn modelId="{B20ED6AC-FA2A-4586-9AC1-0414A58D7861}" type="presParOf" srcId="{AB470778-81DA-4DE5-8985-3DA167327473}" destId="{A58DED47-89A6-4B96-9D9C-E4D989B151DF}" srcOrd="1" destOrd="0" presId="urn:microsoft.com/office/officeart/2005/8/layout/list1"/>
    <dgm:cxn modelId="{7A2AE884-E4C2-4E6A-8937-256BF0752940}" type="presParOf" srcId="{AB470778-81DA-4DE5-8985-3DA167327473}" destId="{905C7652-AD93-4DBB-8C01-EB551A22020A}" srcOrd="2" destOrd="0" presId="urn:microsoft.com/office/officeart/2005/8/layout/list1"/>
    <dgm:cxn modelId="{C71DE539-7C78-4892-A187-040471EC5292}" type="presParOf" srcId="{AB470778-81DA-4DE5-8985-3DA167327473}" destId="{4AA9AB7B-40B5-4C9F-892F-ADA9F86C20B9}" srcOrd="3" destOrd="0" presId="urn:microsoft.com/office/officeart/2005/8/layout/list1"/>
    <dgm:cxn modelId="{AE8F24E5-9586-4242-B64A-25820708A0A0}" type="presParOf" srcId="{AB470778-81DA-4DE5-8985-3DA167327473}" destId="{EF1AB996-9E1A-4039-810B-2481BE6D6DB6}" srcOrd="4" destOrd="0" presId="urn:microsoft.com/office/officeart/2005/8/layout/list1"/>
    <dgm:cxn modelId="{58EB5EBB-E25D-4C63-A4E1-DEF0486D9DD6}" type="presParOf" srcId="{EF1AB996-9E1A-4039-810B-2481BE6D6DB6}" destId="{F1A2DACA-4E45-449B-A916-4E177EB064D2}" srcOrd="0" destOrd="0" presId="urn:microsoft.com/office/officeart/2005/8/layout/list1"/>
    <dgm:cxn modelId="{CCE8DC07-0991-44D3-94E2-7E561A3F4D69}" type="presParOf" srcId="{EF1AB996-9E1A-4039-810B-2481BE6D6DB6}" destId="{613FD95A-0D15-432D-A4C0-8A0F7BA9A392}" srcOrd="1" destOrd="0" presId="urn:microsoft.com/office/officeart/2005/8/layout/list1"/>
    <dgm:cxn modelId="{34856568-B175-44ED-A6FF-71C5D0862AF1}" type="presParOf" srcId="{AB470778-81DA-4DE5-8985-3DA167327473}" destId="{213F94A0-4E0A-489A-9F7D-EBB221E70AA8}" srcOrd="5" destOrd="0" presId="urn:microsoft.com/office/officeart/2005/8/layout/list1"/>
    <dgm:cxn modelId="{FDEE0D1D-29F1-45D6-AFEE-46F4764127B6}" type="presParOf" srcId="{AB470778-81DA-4DE5-8985-3DA167327473}" destId="{D18DAEFE-AB8C-4FEE-8244-F18F80194A53}" srcOrd="6" destOrd="0" presId="urn:microsoft.com/office/officeart/2005/8/layout/list1"/>
    <dgm:cxn modelId="{9BB3D1DD-6E96-412F-82E4-976E23198474}" type="presParOf" srcId="{AB470778-81DA-4DE5-8985-3DA167327473}" destId="{8A22DA28-A19E-46FF-960D-3DF4DE9031F9}" srcOrd="7" destOrd="0" presId="urn:microsoft.com/office/officeart/2005/8/layout/list1"/>
    <dgm:cxn modelId="{6CCAAF1E-8090-43CE-97A7-33226345BA81}" type="presParOf" srcId="{AB470778-81DA-4DE5-8985-3DA167327473}" destId="{8C740456-BD2E-4828-937E-2E7BC3F0EBB5}" srcOrd="8" destOrd="0" presId="urn:microsoft.com/office/officeart/2005/8/layout/list1"/>
    <dgm:cxn modelId="{B0C6C102-4E4B-465E-B5D9-FFF269F67590}" type="presParOf" srcId="{8C740456-BD2E-4828-937E-2E7BC3F0EBB5}" destId="{440A8D62-7D53-4E06-9A9C-85704B96A155}" srcOrd="0" destOrd="0" presId="urn:microsoft.com/office/officeart/2005/8/layout/list1"/>
    <dgm:cxn modelId="{D50927BF-1E42-4FBA-BEEF-A0D7C22ECB5E}" type="presParOf" srcId="{8C740456-BD2E-4828-937E-2E7BC3F0EBB5}" destId="{9A0B7135-C55D-4B69-8AE6-8D62BD168759}" srcOrd="1" destOrd="0" presId="urn:microsoft.com/office/officeart/2005/8/layout/list1"/>
    <dgm:cxn modelId="{8E04B7EB-4AAD-4B95-B8E9-958E021D6D47}" type="presParOf" srcId="{AB470778-81DA-4DE5-8985-3DA167327473}" destId="{DDFDC692-2372-47BE-B353-9C47F357E197}" srcOrd="9" destOrd="0" presId="urn:microsoft.com/office/officeart/2005/8/layout/list1"/>
    <dgm:cxn modelId="{C66D0994-1DAF-4EDE-80A5-56F102309581}" type="presParOf" srcId="{AB470778-81DA-4DE5-8985-3DA167327473}" destId="{FEC8FF9D-2C5D-4C36-92B4-5BC3059D3C10}" srcOrd="10" destOrd="0" presId="urn:microsoft.com/office/officeart/2005/8/layout/list1"/>
    <dgm:cxn modelId="{82EB2B80-CD69-4628-85E6-5FDE783BF6E9}" type="presParOf" srcId="{AB470778-81DA-4DE5-8985-3DA167327473}" destId="{FAE66936-E29F-4D16-8411-21EAAB4F6E46}" srcOrd="11" destOrd="0" presId="urn:microsoft.com/office/officeart/2005/8/layout/list1"/>
    <dgm:cxn modelId="{AFAE926C-8C0D-4D45-A47F-138DA68E21B4}" type="presParOf" srcId="{AB470778-81DA-4DE5-8985-3DA167327473}" destId="{4686B417-C9B8-45A5-B7D9-A64EC6C7D058}" srcOrd="12" destOrd="0" presId="urn:microsoft.com/office/officeart/2005/8/layout/list1"/>
    <dgm:cxn modelId="{6744BB7E-236D-4833-AEA4-3C4D843A5F48}" type="presParOf" srcId="{4686B417-C9B8-45A5-B7D9-A64EC6C7D058}" destId="{E7BF0F76-7A20-4705-9727-50EED68B951E}" srcOrd="0" destOrd="0" presId="urn:microsoft.com/office/officeart/2005/8/layout/list1"/>
    <dgm:cxn modelId="{BAF7299F-AEA8-41DF-B550-F3860A9AC8B1}" type="presParOf" srcId="{4686B417-C9B8-45A5-B7D9-A64EC6C7D058}" destId="{7F565B3B-5D46-4543-BD71-D04A3EF479F4}" srcOrd="1" destOrd="0" presId="urn:microsoft.com/office/officeart/2005/8/layout/list1"/>
    <dgm:cxn modelId="{C882B9BF-B223-4DA3-8DA7-CAD439BA399E}" type="presParOf" srcId="{AB470778-81DA-4DE5-8985-3DA167327473}" destId="{2B8E7147-7BC4-4926-AB69-83CCC8E627CE}" srcOrd="13" destOrd="0" presId="urn:microsoft.com/office/officeart/2005/8/layout/list1"/>
    <dgm:cxn modelId="{E037F456-CB70-44A5-AA0A-52707BA3659F}" type="presParOf" srcId="{AB470778-81DA-4DE5-8985-3DA167327473}" destId="{1CEE08C7-DD52-4645-B645-5C8B8A723BC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0D109-5772-4567-9D16-C64ECBCF32E0}">
      <dsp:nvSpPr>
        <dsp:cNvPr id="0" name=""/>
        <dsp:cNvSpPr/>
      </dsp:nvSpPr>
      <dsp:spPr>
        <a:xfrm>
          <a:off x="3381001" y="3137494"/>
          <a:ext cx="2501014" cy="25010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err="1">
              <a:latin typeface="Microsoft JhengHei UI" panose="020B0604030504040204" pitchFamily="34" charset="-120"/>
              <a:ea typeface="Microsoft JhengHei UI" panose="020B0604030504040204" pitchFamily="34" charset="-120"/>
            </a:rPr>
            <a:t>BlueBox</a:t>
          </a:r>
          <a:r>
            <a:rPr lang="en-US" sz="30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 Database</a:t>
          </a:r>
        </a:p>
      </dsp:txBody>
      <dsp:txXfrm>
        <a:off x="3747266" y="3503759"/>
        <a:ext cx="1768484" cy="1768484"/>
      </dsp:txXfrm>
    </dsp:sp>
    <dsp:sp modelId="{14C818F7-61C2-4C0D-A56A-5AD2707FF782}">
      <dsp:nvSpPr>
        <dsp:cNvPr id="0" name=""/>
        <dsp:cNvSpPr/>
      </dsp:nvSpPr>
      <dsp:spPr>
        <a:xfrm rot="11700000">
          <a:off x="1152300" y="3392181"/>
          <a:ext cx="2185674" cy="712789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4A123-54F5-451A-BE17-996CF78A553F}">
      <dsp:nvSpPr>
        <dsp:cNvPr id="0" name=""/>
        <dsp:cNvSpPr/>
      </dsp:nvSpPr>
      <dsp:spPr>
        <a:xfrm>
          <a:off x="1555" y="2515342"/>
          <a:ext cx="2375963" cy="19007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Management reporting interface</a:t>
          </a:r>
        </a:p>
      </dsp:txBody>
      <dsp:txXfrm>
        <a:off x="57227" y="2571014"/>
        <a:ext cx="2264619" cy="1789427"/>
      </dsp:txXfrm>
    </dsp:sp>
    <dsp:sp modelId="{241F73FD-D410-4AD8-BAC2-76E994EC9901}">
      <dsp:nvSpPr>
        <dsp:cNvPr id="0" name=""/>
        <dsp:cNvSpPr/>
      </dsp:nvSpPr>
      <dsp:spPr>
        <a:xfrm rot="14700000">
          <a:off x="2494570" y="1792525"/>
          <a:ext cx="2185674" cy="712789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AF2EE-7D54-488F-83CB-19DE0FDC6B2F}">
      <dsp:nvSpPr>
        <dsp:cNvPr id="0" name=""/>
        <dsp:cNvSpPr/>
      </dsp:nvSpPr>
      <dsp:spPr>
        <a:xfrm>
          <a:off x="1937572" y="208087"/>
          <a:ext cx="2375963" cy="19007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Inventory of DVDS and games</a:t>
          </a:r>
        </a:p>
      </dsp:txBody>
      <dsp:txXfrm>
        <a:off x="1993244" y="263759"/>
        <a:ext cx="2264619" cy="1789427"/>
      </dsp:txXfrm>
    </dsp:sp>
    <dsp:sp modelId="{A5B8545E-9193-4782-9638-6EC420098655}">
      <dsp:nvSpPr>
        <dsp:cNvPr id="0" name=""/>
        <dsp:cNvSpPr/>
      </dsp:nvSpPr>
      <dsp:spPr>
        <a:xfrm rot="17700000">
          <a:off x="4582772" y="1792525"/>
          <a:ext cx="2185674" cy="712789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FAD30-F2B9-4687-BF85-10A62AC20AAF}">
      <dsp:nvSpPr>
        <dsp:cNvPr id="0" name=""/>
        <dsp:cNvSpPr/>
      </dsp:nvSpPr>
      <dsp:spPr>
        <a:xfrm>
          <a:off x="4949480" y="208087"/>
          <a:ext cx="2375963" cy="19007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Tracking customer rentals</a:t>
          </a:r>
        </a:p>
      </dsp:txBody>
      <dsp:txXfrm>
        <a:off x="5005152" y="263759"/>
        <a:ext cx="2264619" cy="1789427"/>
      </dsp:txXfrm>
    </dsp:sp>
    <dsp:sp modelId="{B3DA7678-F929-4D85-93BF-F7FDB24FEA18}">
      <dsp:nvSpPr>
        <dsp:cNvPr id="0" name=""/>
        <dsp:cNvSpPr/>
      </dsp:nvSpPr>
      <dsp:spPr>
        <a:xfrm rot="20700000">
          <a:off x="5925042" y="3392181"/>
          <a:ext cx="2185674" cy="712789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D43F0-7317-4771-8AB7-CE06DF4006D7}">
      <dsp:nvSpPr>
        <dsp:cNvPr id="0" name=""/>
        <dsp:cNvSpPr/>
      </dsp:nvSpPr>
      <dsp:spPr>
        <a:xfrm>
          <a:off x="6885497" y="2515342"/>
          <a:ext cx="2375963" cy="19007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Membership tier system</a:t>
          </a:r>
        </a:p>
      </dsp:txBody>
      <dsp:txXfrm>
        <a:off x="6941169" y="2571014"/>
        <a:ext cx="2264619" cy="1789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C7652-AD93-4DBB-8C01-EB551A22020A}">
      <dsp:nvSpPr>
        <dsp:cNvPr id="0" name=""/>
        <dsp:cNvSpPr/>
      </dsp:nvSpPr>
      <dsp:spPr>
        <a:xfrm>
          <a:off x="0" y="633278"/>
          <a:ext cx="8128000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5996D-906C-4FE4-B4C4-054DCB5CD4F5}">
      <dsp:nvSpPr>
        <dsp:cNvPr id="0" name=""/>
        <dsp:cNvSpPr/>
      </dsp:nvSpPr>
      <dsp:spPr>
        <a:xfrm>
          <a:off x="406400" y="308558"/>
          <a:ext cx="56895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Conceptual Model</a:t>
          </a:r>
        </a:p>
      </dsp:txBody>
      <dsp:txXfrm>
        <a:off x="438103" y="340261"/>
        <a:ext cx="5626193" cy="586034"/>
      </dsp:txXfrm>
    </dsp:sp>
    <dsp:sp modelId="{D18DAEFE-AB8C-4FEE-8244-F18F80194A53}">
      <dsp:nvSpPr>
        <dsp:cNvPr id="0" name=""/>
        <dsp:cNvSpPr/>
      </dsp:nvSpPr>
      <dsp:spPr>
        <a:xfrm>
          <a:off x="0" y="1631198"/>
          <a:ext cx="8128000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FD95A-0D15-432D-A4C0-8A0F7BA9A392}">
      <dsp:nvSpPr>
        <dsp:cNvPr id="0" name=""/>
        <dsp:cNvSpPr/>
      </dsp:nvSpPr>
      <dsp:spPr>
        <a:xfrm>
          <a:off x="406400" y="1306478"/>
          <a:ext cx="56895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ERD</a:t>
          </a:r>
        </a:p>
      </dsp:txBody>
      <dsp:txXfrm>
        <a:off x="438103" y="1338181"/>
        <a:ext cx="5626193" cy="586034"/>
      </dsp:txXfrm>
    </dsp:sp>
    <dsp:sp modelId="{FEC8FF9D-2C5D-4C36-92B4-5BC3059D3C10}">
      <dsp:nvSpPr>
        <dsp:cNvPr id="0" name=""/>
        <dsp:cNvSpPr/>
      </dsp:nvSpPr>
      <dsp:spPr>
        <a:xfrm>
          <a:off x="0" y="2629118"/>
          <a:ext cx="8128000" cy="1975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458216" rIns="630823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Input from Prof. Nolan: Eliminate LINE_ITEM table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Changes during data generation: Add gender, overdue, etc…</a:t>
          </a:r>
        </a:p>
      </dsp:txBody>
      <dsp:txXfrm>
        <a:off x="0" y="2629118"/>
        <a:ext cx="8128000" cy="1975050"/>
      </dsp:txXfrm>
    </dsp:sp>
    <dsp:sp modelId="{9A0B7135-C55D-4B69-8AE6-8D62BD168759}">
      <dsp:nvSpPr>
        <dsp:cNvPr id="0" name=""/>
        <dsp:cNvSpPr/>
      </dsp:nvSpPr>
      <dsp:spPr>
        <a:xfrm>
          <a:off x="406400" y="2304398"/>
          <a:ext cx="56895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Revisions</a:t>
          </a:r>
        </a:p>
      </dsp:txBody>
      <dsp:txXfrm>
        <a:off x="438103" y="2336101"/>
        <a:ext cx="5626193" cy="586034"/>
      </dsp:txXfrm>
    </dsp:sp>
    <dsp:sp modelId="{1CEE08C7-DD52-4645-B645-5C8B8A723BC4}">
      <dsp:nvSpPr>
        <dsp:cNvPr id="0" name=""/>
        <dsp:cNvSpPr/>
      </dsp:nvSpPr>
      <dsp:spPr>
        <a:xfrm>
          <a:off x="0" y="5047688"/>
          <a:ext cx="8128000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65B3B-5D46-4543-BD71-D04A3EF479F4}">
      <dsp:nvSpPr>
        <dsp:cNvPr id="0" name=""/>
        <dsp:cNvSpPr/>
      </dsp:nvSpPr>
      <dsp:spPr>
        <a:xfrm>
          <a:off x="406400" y="4722968"/>
          <a:ext cx="56895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Final ERD &amp; Conceptual model</a:t>
          </a:r>
        </a:p>
      </dsp:txBody>
      <dsp:txXfrm>
        <a:off x="438103" y="4754671"/>
        <a:ext cx="5626193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A50AF-AFD6-4371-8D06-BFE1D1331259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80557-38A8-4443-B7B8-B1D773B2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4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77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92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0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40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0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70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22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/>
              <a:t>Structure of the database → fake data</a:t>
            </a:r>
          </a:p>
          <a:p>
            <a:pPr marL="628650" lvl="1" indent="-171450">
              <a:buFontTx/>
              <a:buChar char="-"/>
            </a:pPr>
            <a:r>
              <a:rPr lang="en-US" err="1"/>
              <a:t>Numpy</a:t>
            </a:r>
            <a:endParaRPr lang="en-US"/>
          </a:p>
          <a:p>
            <a:pPr marL="628650" lvl="1" indent="-171450">
              <a:buFontTx/>
              <a:buChar char="-"/>
            </a:pPr>
            <a:r>
              <a:rPr lang="en-US"/>
              <a:t>Faker – python package</a:t>
            </a:r>
          </a:p>
          <a:p>
            <a:pPr marL="1085850" lvl="2" indent="-171450">
              <a:buFontTx/>
              <a:buChar char="-"/>
            </a:pPr>
            <a:r>
              <a:rPr lang="en-US"/>
              <a:t>Fake people, payment methods, businesses</a:t>
            </a:r>
          </a:p>
          <a:p>
            <a:pPr marL="171450" lvl="0" indent="-171450">
              <a:buFontTx/>
              <a:buChar char="-"/>
            </a:pPr>
            <a:r>
              <a:rPr lang="en-US"/>
              <a:t>Wrote to list of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57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/>
              <a:t>Sample data generation for fact table</a:t>
            </a:r>
          </a:p>
          <a:p>
            <a:pPr marL="171450" indent="-171450">
              <a:buFontTx/>
              <a:buChar char="-"/>
            </a:pPr>
            <a:r>
              <a:rPr lang="en-US"/>
              <a:t>Notice there’s no need for inventory ID- SQL server automatically generates the column and increments the PK</a:t>
            </a:r>
          </a:p>
          <a:p>
            <a:pPr marL="171450" indent="-171450">
              <a:buFontTx/>
              <a:buChar char="-"/>
            </a:pPr>
            <a:r>
              <a:rPr lang="en-US"/>
              <a:t>Using faker methods to get:</a:t>
            </a:r>
          </a:p>
          <a:p>
            <a:pPr marL="628650" lvl="1" indent="-171450">
              <a:buFontTx/>
              <a:buChar char="-"/>
            </a:pPr>
            <a:r>
              <a:rPr lang="en-US"/>
              <a:t>Text for title</a:t>
            </a:r>
          </a:p>
          <a:p>
            <a:pPr marL="628650" lvl="1" indent="-171450">
              <a:buFontTx/>
              <a:buChar char="-"/>
            </a:pPr>
            <a:r>
              <a:rPr lang="en-US"/>
              <a:t>Dates for release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02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/>
              <a:t>More complex table</a:t>
            </a:r>
          </a:p>
          <a:p>
            <a:pPr marL="171450" indent="-171450">
              <a:buFontTx/>
              <a:buChar char="-"/>
            </a:pPr>
            <a:r>
              <a:rPr lang="en-US"/>
              <a:t>Bridge table data generation</a:t>
            </a:r>
          </a:p>
          <a:p>
            <a:pPr marL="171450" indent="-171450">
              <a:buFontTx/>
              <a:buChar char="-"/>
            </a:pPr>
            <a:r>
              <a:rPr lang="en-US"/>
              <a:t>Biggest takeaway here is foreign keys</a:t>
            </a:r>
          </a:p>
          <a:p>
            <a:pPr marL="628650" lvl="1" indent="-171450">
              <a:buFontTx/>
              <a:buChar char="-"/>
            </a:pPr>
            <a:r>
              <a:rPr lang="en-US"/>
              <a:t>RNG generates integers between 1 and max length</a:t>
            </a:r>
          </a:p>
          <a:p>
            <a:pPr marL="628650" lvl="1" indent="-171450">
              <a:buFontTx/>
              <a:buChar char="-"/>
            </a:pPr>
            <a:r>
              <a:rPr lang="en-US"/>
              <a:t>Ensures referential 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00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 - talk about the SQL server create statements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58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14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  <a:p>
            <a:pPr marL="171450" indent="-171450">
              <a:buFontTx/>
              <a:buChar char="-"/>
            </a:pPr>
            <a:r>
              <a:rPr lang="en-US"/>
              <a:t>Microsoft Visual Studio Integration Services Package</a:t>
            </a:r>
          </a:p>
          <a:p>
            <a:pPr marL="171450" indent="-171450">
              <a:buFontTx/>
              <a:buChar char="-"/>
            </a:pPr>
            <a:r>
              <a:rPr lang="en-US"/>
              <a:t>Each CSV imported as a flat file, then exported to SQL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53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/>
              <a:t>Once data in SQL server</a:t>
            </a:r>
          </a:p>
          <a:p>
            <a:pPr marL="171450" indent="-171450">
              <a:buFontTx/>
              <a:buChar char="-"/>
            </a:pPr>
            <a:r>
              <a:rPr lang="en-US"/>
              <a:t>Get the requested data into python using </a:t>
            </a:r>
            <a:r>
              <a:rPr lang="en-US" err="1"/>
              <a:t>pyodbc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General reports, generic queries</a:t>
            </a:r>
          </a:p>
          <a:p>
            <a:pPr marL="171450" indent="-171450">
              <a:buFontTx/>
              <a:buChar char="-"/>
            </a:pPr>
            <a:r>
              <a:rPr lang="en-US"/>
              <a:t>User reports dynamic queries</a:t>
            </a:r>
          </a:p>
          <a:p>
            <a:pPr marL="171450" indent="-171450">
              <a:buFontTx/>
              <a:buChar char="-"/>
            </a:pPr>
            <a:r>
              <a:rPr lang="en-US"/>
              <a:t>Exported raw data tables and graphs</a:t>
            </a:r>
          </a:p>
          <a:p>
            <a:pPr marL="171450" indent="-171450">
              <a:buFontTx/>
              <a:buChar char="-"/>
            </a:pPr>
            <a:r>
              <a:rPr lang="en-US"/>
              <a:t>Used markdown</a:t>
            </a:r>
          </a:p>
          <a:p>
            <a:pPr marL="628650" lvl="1" indent="-171450">
              <a:buFontTx/>
              <a:buChar char="-"/>
            </a:pPr>
            <a:r>
              <a:rPr lang="en-US"/>
              <a:t>Versatile – pdf, word, html</a:t>
            </a:r>
          </a:p>
          <a:p>
            <a:pPr marL="628650" lvl="1" indent="-171450">
              <a:buFontTx/>
              <a:buChar char="-"/>
            </a:pPr>
            <a:r>
              <a:rPr lang="en-US"/>
              <a:t>Easy to format tables 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55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/>
              <a:t>What is most useful to reporting departments</a:t>
            </a:r>
          </a:p>
          <a:p>
            <a:pPr marL="171450" indent="-171450">
              <a:buFontTx/>
              <a:buChar char="-"/>
            </a:pPr>
            <a:r>
              <a:rPr lang="en-US"/>
              <a:t>Inventory: what’s most popular, what to buy more/less of</a:t>
            </a:r>
          </a:p>
          <a:p>
            <a:pPr marL="171450" indent="-171450">
              <a:buFontTx/>
              <a:buChar char="-"/>
            </a:pPr>
            <a:r>
              <a:rPr lang="en-US"/>
              <a:t>Vendors: who we buy most from, what they sell us</a:t>
            </a:r>
          </a:p>
          <a:p>
            <a:pPr marL="171450" indent="-171450">
              <a:buFontTx/>
              <a:buChar char="-"/>
            </a:pPr>
            <a:r>
              <a:rPr lang="en-US"/>
              <a:t>Marketing: Customer demographics and preference</a:t>
            </a:r>
          </a:p>
          <a:p>
            <a:pPr marL="628650" lvl="1" indent="-171450">
              <a:buFontTx/>
              <a:buChar char="-"/>
            </a:pPr>
            <a:r>
              <a:rPr lang="en-US"/>
              <a:t>User may generate more granular data for </a:t>
            </a:r>
            <a:r>
              <a:rPr lang="en-US" err="1"/>
              <a:t>differen</a:t>
            </a:r>
            <a:r>
              <a:rPr lang="en-US"/>
              <a:t> demographics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13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 err="1"/>
              <a:t>Dyanmic</a:t>
            </a:r>
            <a:r>
              <a:rPr lang="en-US"/>
              <a:t> querying</a:t>
            </a:r>
          </a:p>
          <a:p>
            <a:pPr marL="171450" indent="-171450">
              <a:buFontTx/>
              <a:buChar char="-"/>
            </a:pPr>
            <a:r>
              <a:rPr lang="en-US"/>
              <a:t>Takes input on product, region, genre, gender , age returns a granular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9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pPr marL="171450" indent="-171450">
              <a:buFontTx/>
              <a:buChar char="-"/>
            </a:pPr>
            <a:r>
              <a:rPr lang="en-US"/>
              <a:t>Example of process in real application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77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Ruth</a:t>
            </a:r>
          </a:p>
          <a:p>
            <a:r>
              <a:rPr lang="en-US"/>
              <a:t>- General 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56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75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41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46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87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Kaitlyn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80557-38A8-4443-B7B8-B1D773B2CAF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5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5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9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8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5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4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9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2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3E4EE-EFBD-4F21-B881-BD9E3FE7640B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6ED3-9338-4009-8554-C55D7FF60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6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1873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PROJECT</a:t>
            </a:r>
            <a:r>
              <a:rPr lang="en-US" b="1" spc="600">
                <a:solidFill>
                  <a:srgbClr val="1565C0"/>
                </a:solidFill>
                <a:latin typeface="Bahnschrift SemiBold" panose="020B0502040204020203" pitchFamily="34" charset="0"/>
              </a:rPr>
              <a:t> </a:t>
            </a:r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9794"/>
            <a:ext cx="10515600" cy="4557169"/>
          </a:xfrm>
        </p:spPr>
        <p:txBody>
          <a:bodyPr>
            <a:normAutofit/>
          </a:bodyPr>
          <a:lstStyle/>
          <a:p>
            <a:r>
              <a:rPr lang="en-US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BlueBox</a:t>
            </a:r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is a DVD and video game rental business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Kiosks nationwide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100,000+ customers</a:t>
            </a:r>
          </a:p>
          <a:p>
            <a:pPr>
              <a:spcBef>
                <a:spcPts val="1800"/>
              </a:spcBef>
            </a:pPr>
            <a:r>
              <a:rPr lang="en-US" b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Our goal</a:t>
            </a:r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Develop a database for </a:t>
            </a:r>
            <a:r>
              <a:rPr lang="en-US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BlueBox</a:t>
            </a:r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that includes information on: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Inventory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Customers and payment methods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Employees and vendors</a:t>
            </a:r>
          </a:p>
        </p:txBody>
      </p:sp>
    </p:spTree>
    <p:extLst>
      <p:ext uri="{BB962C8B-B14F-4D97-AF65-F5344CB8AC3E}">
        <p14:creationId xmlns:p14="http://schemas.microsoft.com/office/powerpoint/2010/main" val="186788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VISION</a:t>
            </a:r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52813466"/>
              </p:ext>
            </p:extLst>
          </p:nvPr>
        </p:nvGraphicFramePr>
        <p:xfrm>
          <a:off x="2569028" y="493243"/>
          <a:ext cx="9263017" cy="5846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ight Brace 8"/>
          <p:cNvSpPr/>
          <p:nvPr/>
        </p:nvSpPr>
        <p:spPr>
          <a:xfrm>
            <a:off x="2185851" y="3120550"/>
            <a:ext cx="226423" cy="17894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18308" y="3368933"/>
            <a:ext cx="1567543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1" indent="-114300" defTabSz="622300"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Marketing</a:t>
            </a:r>
          </a:p>
          <a:p>
            <a:pPr marL="114300" lvl="1" indent="-114300" defTabSz="622300"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Rental Inventory</a:t>
            </a:r>
          </a:p>
          <a:p>
            <a:pPr marL="114300" lvl="1" indent="-114300" defTabSz="622300"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Vendors</a:t>
            </a:r>
          </a:p>
        </p:txBody>
      </p:sp>
    </p:spTree>
    <p:extLst>
      <p:ext uri="{BB962C8B-B14F-4D97-AF65-F5344CB8AC3E}">
        <p14:creationId xmlns:p14="http://schemas.microsoft.com/office/powerpoint/2010/main" val="398876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7116137" y="3805954"/>
            <a:ext cx="7295313" cy="1325563"/>
          </a:xfrm>
        </p:spPr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DATABASE DEVELOPMENT</a:t>
            </a:r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29736397"/>
              </p:ext>
            </p:extLst>
          </p:nvPr>
        </p:nvGraphicFramePr>
        <p:xfrm>
          <a:off x="847634" y="464027"/>
          <a:ext cx="8128000" cy="591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82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40D090-F5BF-CB5F-4468-B301B7F2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889763" y="2909056"/>
            <a:ext cx="6572326" cy="1325563"/>
          </a:xfrm>
        </p:spPr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/>
              </a:rPr>
              <a:t>CONCEPTUAL MODEL</a:t>
            </a:r>
            <a:endParaRPr lang="en-US" spc="600">
              <a:solidFill>
                <a:srgbClr val="000000"/>
              </a:solidFill>
              <a:latin typeface="Bahnschrift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87F0C-B2A5-C9F6-28FF-721BA413D9B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9344" y="1089213"/>
            <a:ext cx="8531822" cy="467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4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24000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ERD – PHASE 1</a:t>
            </a:r>
            <a:endParaRPr lang="en-US" sz="140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704EF7C-EA0C-E469-8795-948B50784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2244"/>
            <a:ext cx="12192000" cy="45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0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oup of blue and green squares&#10;&#10;Description automatically generated with medium confidence">
            <a:extLst>
              <a:ext uri="{FF2B5EF4-FFF2-40B4-BE49-F238E27FC236}">
                <a16:creationId xmlns:a16="http://schemas.microsoft.com/office/drawing/2014/main" id="{821D3163-3686-B45E-1B1C-3B581302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878"/>
            <a:ext cx="12192000" cy="47782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0160" y="6425279"/>
            <a:ext cx="17636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FINAL ERD</a:t>
            </a:r>
            <a:endParaRPr 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33AF13-E575-0AB1-121A-8195FAB2D739}"/>
              </a:ext>
            </a:extLst>
          </p:cNvPr>
          <p:cNvSpPr/>
          <p:nvPr/>
        </p:nvSpPr>
        <p:spPr>
          <a:xfrm>
            <a:off x="5648061" y="1404732"/>
            <a:ext cx="1212574" cy="12125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urved Connector 6">
            <a:extLst>
              <a:ext uri="{FF2B5EF4-FFF2-40B4-BE49-F238E27FC236}">
                <a16:creationId xmlns:a16="http://schemas.microsoft.com/office/drawing/2014/main" id="{CF65F94E-C285-6D91-C18B-A92CF835A9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70647" y="1013790"/>
            <a:ext cx="576467" cy="56984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911CD2-E6A9-C7C0-2E73-9CBB92E14E66}"/>
              </a:ext>
            </a:extLst>
          </p:cNvPr>
          <p:cNvSpPr txBox="1"/>
          <p:nvPr/>
        </p:nvSpPr>
        <p:spPr>
          <a:xfrm>
            <a:off x="7613379" y="810481"/>
            <a:ext cx="368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Merged ORDER and LINE ITEM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407ECD-1201-B68D-5F1F-1CEBC9E793D7}"/>
              </a:ext>
            </a:extLst>
          </p:cNvPr>
          <p:cNvSpPr/>
          <p:nvPr/>
        </p:nvSpPr>
        <p:spPr>
          <a:xfrm>
            <a:off x="3876675" y="1563759"/>
            <a:ext cx="473075" cy="145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3F356F-5EC9-2013-9C97-2622A03B751C}"/>
              </a:ext>
            </a:extLst>
          </p:cNvPr>
          <p:cNvSpPr/>
          <p:nvPr/>
        </p:nvSpPr>
        <p:spPr>
          <a:xfrm>
            <a:off x="2116138" y="3793431"/>
            <a:ext cx="479425" cy="145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48CEE0-A7FE-7B90-309F-0EE6814BDB36}"/>
              </a:ext>
            </a:extLst>
          </p:cNvPr>
          <p:cNvSpPr/>
          <p:nvPr/>
        </p:nvSpPr>
        <p:spPr>
          <a:xfrm>
            <a:off x="2116138" y="4717773"/>
            <a:ext cx="539751" cy="2719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BD35D5-FDE3-8317-F5D6-BFA0C2D275B0}"/>
              </a:ext>
            </a:extLst>
          </p:cNvPr>
          <p:cNvSpPr/>
          <p:nvPr/>
        </p:nvSpPr>
        <p:spPr>
          <a:xfrm>
            <a:off x="4054804" y="3273151"/>
            <a:ext cx="348922" cy="145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7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DATA GENERATION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Packages Used:</a:t>
            </a:r>
          </a:p>
          <a:p>
            <a:pPr lvl="1"/>
            <a:r>
              <a:rPr lang="en-US" sz="280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Numpy</a:t>
            </a:r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random number generator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Faker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Randomly generated customer, vendor, employee, payment, and inventory data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Data was generated as a list of lists, then written to a CSV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843736" y="433518"/>
            <a:ext cx="4004554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anchor="ctr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_|_|_|_|          _|</a:t>
            </a:r>
          </a:p>
          <a:p>
            <a:r>
              <a:rPr lang="en-US">
                <a:solidFill>
                  <a:schemeClr val="tx2"/>
                </a:solidFill>
              </a:rPr>
              <a:t>_|        _|_|_|  _|  _|      _|_|    _|  _|_|</a:t>
            </a:r>
          </a:p>
          <a:p>
            <a:r>
              <a:rPr lang="en-US">
                <a:solidFill>
                  <a:schemeClr val="tx2"/>
                </a:solidFill>
              </a:rPr>
              <a:t>_|_|_|  _|    _|  _|_|      _|_|_|_|  _|_|</a:t>
            </a:r>
          </a:p>
          <a:p>
            <a:r>
              <a:rPr lang="en-US">
                <a:solidFill>
                  <a:schemeClr val="tx2"/>
                </a:solidFill>
              </a:rPr>
              <a:t>_|      _|    _|  _|  _|    _|        _|</a:t>
            </a:r>
          </a:p>
          <a:p>
            <a:r>
              <a:rPr lang="en-US">
                <a:solidFill>
                  <a:schemeClr val="tx2"/>
                </a:solidFill>
              </a:rPr>
              <a:t>_|        _|_|_|  _|    _|    _|_|_|  _|</a:t>
            </a:r>
          </a:p>
        </p:txBody>
      </p:sp>
    </p:spTree>
    <p:extLst>
      <p:ext uri="{BB962C8B-B14F-4D97-AF65-F5344CB8AC3E}">
        <p14:creationId xmlns:p14="http://schemas.microsoft.com/office/powerpoint/2010/main" val="1767343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50161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SAMPLE FACT DATA GENERATION</a:t>
            </a:r>
            <a:endParaRPr lang="en-US" sz="1400"/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42F6789D-894C-E114-61C3-6BAECE99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3" y="1459106"/>
            <a:ext cx="11533234" cy="3939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D2746-4915-93F1-68D4-BC80B14A8520}"/>
              </a:ext>
            </a:extLst>
          </p:cNvPr>
          <p:cNvSpPr txBox="1"/>
          <p:nvPr/>
        </p:nvSpPr>
        <p:spPr>
          <a:xfrm>
            <a:off x="2471739" y="743656"/>
            <a:ext cx="9028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Title: </a:t>
            </a:r>
            <a:r>
              <a:rPr lang="en-US" sz="24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Fake text with a random number for approximate length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461ED6-2529-0943-6F5F-A3CC366FB18A}"/>
              </a:ext>
            </a:extLst>
          </p:cNvPr>
          <p:cNvSpPr/>
          <p:nvPr/>
        </p:nvSpPr>
        <p:spPr>
          <a:xfrm>
            <a:off x="2843213" y="2614613"/>
            <a:ext cx="4414837" cy="2486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1487CE69-B96F-F7C5-B2FF-5C940472B7D7}"/>
              </a:ext>
            </a:extLst>
          </p:cNvPr>
          <p:cNvCxnSpPr>
            <a:cxnSpLocks/>
          </p:cNvCxnSpPr>
          <p:nvPr/>
        </p:nvCxnSpPr>
        <p:spPr>
          <a:xfrm flipV="1">
            <a:off x="7258050" y="1310795"/>
            <a:ext cx="586646" cy="1452129"/>
          </a:xfrm>
          <a:prstGeom prst="curvedConnector3">
            <a:avLst>
              <a:gd name="adj1" fmla="val 121919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26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53783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SAMPLE BRIDGE DATA GENERATION</a:t>
            </a:r>
            <a:endParaRPr lang="en-US" sz="1400"/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8C4F37F-4818-BE4B-1587-B2717D3BE9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46"/>
          <a:stretch/>
        </p:blipFill>
        <p:spPr>
          <a:xfrm>
            <a:off x="336615" y="2239101"/>
            <a:ext cx="10321860" cy="4128333"/>
          </a:xfrm>
          <a:prstGeom prst="rect">
            <a:avLst/>
          </a:prstGeom>
        </p:spPr>
      </p:pic>
      <p:pic>
        <p:nvPicPr>
          <p:cNvPr id="9" name="Picture 8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94BB0C7-D683-A9BC-9724-A88C97C006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86" b="64206"/>
          <a:stretch/>
        </p:blipFill>
        <p:spPr>
          <a:xfrm>
            <a:off x="3047344" y="-113937"/>
            <a:ext cx="9012171" cy="23241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461ED6-2529-0943-6F5F-A3CC366FB18A}"/>
              </a:ext>
            </a:extLst>
          </p:cNvPr>
          <p:cNvSpPr/>
          <p:nvPr/>
        </p:nvSpPr>
        <p:spPr>
          <a:xfrm>
            <a:off x="8039100" y="2438399"/>
            <a:ext cx="1423555" cy="2466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1487CE69-B96F-F7C5-B2FF-5C940472B7D7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7290475" y="3222435"/>
            <a:ext cx="1997748" cy="923058"/>
          </a:xfrm>
          <a:prstGeom prst="curvedConnector3">
            <a:avLst>
              <a:gd name="adj1" fmla="val 10132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664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50674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SQL SERVER DATABASE DIAGRAM</a:t>
            </a:r>
            <a:endParaRPr lang="en-US" sz="1400"/>
          </a:p>
        </p:txBody>
      </p:sp>
      <p:pic>
        <p:nvPicPr>
          <p:cNvPr id="3" name="Picture 2" descr="A computer generated diagram of a company&#10;&#10;Description automatically generated with medium confidence">
            <a:extLst>
              <a:ext uri="{FF2B5EF4-FFF2-40B4-BE49-F238E27FC236}">
                <a16:creationId xmlns:a16="http://schemas.microsoft.com/office/drawing/2014/main" id="{21C96BD6-673C-99A7-93D4-7A32EFFD5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54" y="124944"/>
            <a:ext cx="10670291" cy="604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0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IMPORTING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Microsoft Visual Studio Integration Services Project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Imported data from 19 flat CSV files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Exported to Microsoft SQL server</a:t>
            </a:r>
          </a:p>
        </p:txBody>
      </p:sp>
    </p:spTree>
    <p:extLst>
      <p:ext uri="{BB962C8B-B14F-4D97-AF65-F5344CB8AC3E}">
        <p14:creationId xmlns:p14="http://schemas.microsoft.com/office/powerpoint/2010/main" val="152352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41456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VISUAL STUDIO WORKFLOW</a:t>
            </a:r>
            <a:endParaRPr lang="en-US" sz="140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6F2AD65-DE31-81FA-97D1-923FE528B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6" y="301672"/>
            <a:ext cx="11285153" cy="589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Accessed SQL via Python and `</a:t>
            </a:r>
            <a:r>
              <a:rPr lang="en-US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pyodbc</a:t>
            </a:r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`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General reports were built from generic queries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User reports were built from dynamic queries (</a:t>
            </a:r>
            <a:r>
              <a:rPr lang="en-US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i.e</a:t>
            </a:r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queries with variables)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Graphs were generated using `matplotlib` and `seaborn`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Reports were written to markdown documents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REPORT GENERATION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34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REPORT GENERATION</a:t>
            </a:r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517821"/>
              </p:ext>
            </p:extLst>
          </p:nvPr>
        </p:nvGraphicFramePr>
        <p:xfrm>
          <a:off x="838200" y="1825625"/>
          <a:ext cx="10515600" cy="4119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503124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85977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66596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94252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Inventory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Vendors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Marketing</a:t>
                      </a:r>
                      <a:r>
                        <a:rPr lang="en-US" baseline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Report</a:t>
                      </a:r>
                      <a:endParaRPr lang="en-US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868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General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Most popular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Movies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Games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Studio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Cast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Directors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Writers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- 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Most utilized vendors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Most popular items (DVDs or games) sold by each vendor</a:t>
                      </a:r>
                    </a:p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Top genre from each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Overview of customer demographics (age, gender,</a:t>
                      </a:r>
                      <a:r>
                        <a:rPr lang="en-US" baseline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location)</a:t>
                      </a:r>
                    </a:p>
                    <a:p>
                      <a:r>
                        <a:rPr lang="en-US" baseline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Overview of genre preferences in different demographics</a:t>
                      </a:r>
                    </a:p>
                    <a:p>
                      <a:r>
                        <a:rPr lang="en-US" baseline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Supporting graphs</a:t>
                      </a:r>
                      <a:endParaRPr lang="en-US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795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User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User may select product type, genre, age, region, and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986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483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38090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SAMPLE DYNAMIC QUERY</a:t>
            </a:r>
            <a:endParaRPr lang="en-US" sz="1400"/>
          </a:p>
        </p:txBody>
      </p:sp>
      <p:pic>
        <p:nvPicPr>
          <p:cNvPr id="3" name="Picture 2" descr="A computer code with green text&#10;&#10;Description automatically generated">
            <a:extLst>
              <a:ext uri="{FF2B5EF4-FFF2-40B4-BE49-F238E27FC236}">
                <a16:creationId xmlns:a16="http://schemas.microsoft.com/office/drawing/2014/main" id="{76B044C8-697A-B7BB-925D-B1B215636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72" y="435228"/>
            <a:ext cx="10016879" cy="36425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D64584-2F42-A66D-6286-8B0B0A2F9AA4}"/>
              </a:ext>
            </a:extLst>
          </p:cNvPr>
          <p:cNvSpPr/>
          <p:nvPr/>
        </p:nvSpPr>
        <p:spPr>
          <a:xfrm>
            <a:off x="1271588" y="3000375"/>
            <a:ext cx="4071937" cy="10773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3D2BAC-9CB4-1C15-AA18-2089DC491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42" y="4730858"/>
            <a:ext cx="9434737" cy="520646"/>
          </a:xfrm>
          <a:prstGeom prst="rect">
            <a:avLst/>
          </a:prstGeom>
        </p:spPr>
      </p:pic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82E7818A-0A6D-5E79-819E-9F3D81E45330}"/>
              </a:ext>
            </a:extLst>
          </p:cNvPr>
          <p:cNvCxnSpPr>
            <a:cxnSpLocks/>
            <a:stCxn id="7" idx="1"/>
            <a:endCxn id="9" idx="1"/>
          </p:cNvCxnSpPr>
          <p:nvPr/>
        </p:nvCxnSpPr>
        <p:spPr>
          <a:xfrm rot="10800000" flipV="1">
            <a:off x="684942" y="3539051"/>
            <a:ext cx="586646" cy="1452129"/>
          </a:xfrm>
          <a:prstGeom prst="curvedConnector3">
            <a:avLst>
              <a:gd name="adj1" fmla="val 13896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178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3650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SAMPLE USER REPORTS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5C0B3-BD46-2B6F-5FB2-B81CADFCC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939" y="100013"/>
            <a:ext cx="4489694" cy="6701458"/>
          </a:xfrm>
          <a:prstGeom prst="rect">
            <a:avLst/>
          </a:prstGeom>
        </p:spPr>
      </p:pic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38CAAC22-1FC7-64D3-98FD-2253DBB95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76" y="124944"/>
            <a:ext cx="3515102" cy="603183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739C16-4D6C-F7C3-9072-8C9C20521459}"/>
              </a:ext>
            </a:extLst>
          </p:cNvPr>
          <p:cNvCxnSpPr/>
          <p:nvPr/>
        </p:nvCxnSpPr>
        <p:spPr>
          <a:xfrm flipH="1">
            <a:off x="4170947" y="3140860"/>
            <a:ext cx="311216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B04A54-DAD8-1A88-9D39-16AA42C0E306}"/>
              </a:ext>
            </a:extLst>
          </p:cNvPr>
          <p:cNvSpPr txBox="1"/>
          <p:nvPr/>
        </p:nvSpPr>
        <p:spPr>
          <a:xfrm>
            <a:off x="4691062" y="1812195"/>
            <a:ext cx="23453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Product: DVDs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Region: West Pacific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Gender: All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Age group: 18-24</a:t>
            </a:r>
          </a:p>
        </p:txBody>
      </p:sp>
    </p:spTree>
    <p:extLst>
      <p:ext uri="{BB962C8B-B14F-4D97-AF65-F5344CB8AC3E}">
        <p14:creationId xmlns:p14="http://schemas.microsoft.com/office/powerpoint/2010/main" val="2986512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160" y="6425279"/>
            <a:ext cx="2765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SAMPLE REPORTS</a:t>
            </a:r>
            <a:endParaRPr lang="en-US" sz="1400"/>
          </a:p>
        </p:txBody>
      </p:sp>
      <p:pic>
        <p:nvPicPr>
          <p:cNvPr id="6" name="Picture 5" descr="A screenshot of a chart&#10;&#10;Description automatically generated">
            <a:extLst>
              <a:ext uri="{FF2B5EF4-FFF2-40B4-BE49-F238E27FC236}">
                <a16:creationId xmlns:a16="http://schemas.microsoft.com/office/drawing/2014/main" id="{00AA4F97-B201-536D-ACC9-65CFA6E00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91" y="209550"/>
            <a:ext cx="5743509" cy="600689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771808B-DEFD-2566-4083-B2F2B6F27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18" y="209550"/>
            <a:ext cx="4118072" cy="60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95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USER INTERFACE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Initially designed a Windows Forms .NET interface in Visual Studio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Difficulties with python back-end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Transitioned to a text-based python interface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User navigates by entering numbers corresponding to different choices</a:t>
            </a:r>
            <a:endParaRPr lang="en-US" sz="28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8125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CHALLENGES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Generating data with the correct logical relations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Foreign key mismatches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Visual Studio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Importing data in Visual Studio</a:t>
            </a:r>
          </a:p>
          <a:p>
            <a:pPr lvl="1"/>
            <a:r>
              <a:rPr lang="en-US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Connecting the user interface to Visual Studio</a:t>
            </a:r>
          </a:p>
          <a:p>
            <a:r>
              <a:rPr lang="en-US" b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Late stage pivot to text-based interface</a:t>
            </a:r>
          </a:p>
        </p:txBody>
      </p:sp>
    </p:spTree>
    <p:extLst>
      <p:ext uri="{BB962C8B-B14F-4D97-AF65-F5344CB8AC3E}">
        <p14:creationId xmlns:p14="http://schemas.microsoft.com/office/powerpoint/2010/main" val="363753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LESSONS LEARNED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New appreciation for people who work with databases</a:t>
            </a:r>
          </a:p>
          <a:p>
            <a:pPr lvl="1"/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There are </a:t>
            </a:r>
            <a:r>
              <a:rPr lang="en-US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a lot</a:t>
            </a:r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 of things to take into account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Calibri"/>
              </a:rPr>
              <a:t>More experience in SQL and designing an interface</a:t>
            </a:r>
          </a:p>
        </p:txBody>
      </p:sp>
    </p:spTree>
    <p:extLst>
      <p:ext uri="{BB962C8B-B14F-4D97-AF65-F5344CB8AC3E}">
        <p14:creationId xmlns:p14="http://schemas.microsoft.com/office/powerpoint/2010/main" val="1781164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>
                <a:solidFill>
                  <a:srgbClr val="1565C0"/>
                </a:solidFill>
                <a:latin typeface="Bahnschrift SemiBold" panose="020B0502040204020203" pitchFamily="34" charset="0"/>
              </a:rPr>
              <a:t>FUTURE 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Create a more visually pleasing and interactive interface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Provide reports regarding sales and employees</a:t>
            </a:r>
          </a:p>
          <a:p>
            <a:r>
              <a:rPr 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Allow for more customizability and specificality for reports</a:t>
            </a:r>
          </a:p>
        </p:txBody>
      </p:sp>
    </p:spTree>
    <p:extLst>
      <p:ext uri="{BB962C8B-B14F-4D97-AF65-F5344CB8AC3E}">
        <p14:creationId xmlns:p14="http://schemas.microsoft.com/office/powerpoint/2010/main" val="239852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87" y="1677970"/>
            <a:ext cx="10065026" cy="3502060"/>
          </a:xfrm>
        </p:spPr>
        <p:txBody>
          <a:bodyPr>
            <a:normAutofit/>
          </a:bodyPr>
          <a:lstStyle/>
          <a:p>
            <a:pPr algn="ctr"/>
            <a:r>
              <a:rPr lang="en-US" sz="10300" spc="600">
                <a:solidFill>
                  <a:srgbClr val="1565C0"/>
                </a:solidFill>
                <a:latin typeface="Bahnschrift SemiBold" panose="020B0502040204020203" pitchFamily="34" charset="0"/>
              </a:rPr>
              <a:t>THANK YOU!</a:t>
            </a:r>
            <a:endParaRPr lang="en-US" sz="10300"/>
          </a:p>
        </p:txBody>
      </p:sp>
    </p:spTree>
    <p:extLst>
      <p:ext uri="{BB962C8B-B14F-4D97-AF65-F5344CB8AC3E}">
        <p14:creationId xmlns:p14="http://schemas.microsoft.com/office/powerpoint/2010/main" val="96972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F3D0C9ED914341836CE1B6AA3ECB80" ma:contentTypeVersion="14" ma:contentTypeDescription="Create a new document." ma:contentTypeScope="" ma:versionID="18b3a9117caee3b12f2d818013592247">
  <xsd:schema xmlns:xsd="http://www.w3.org/2001/XMLSchema" xmlns:xs="http://www.w3.org/2001/XMLSchema" xmlns:p="http://schemas.microsoft.com/office/2006/metadata/properties" xmlns:ns2="cbdca966-c61f-432e-ae42-1374c3aa7062" xmlns:ns3="41e82776-a99b-4642-964e-06bbea21cdf4" targetNamespace="http://schemas.microsoft.com/office/2006/metadata/properties" ma:root="true" ma:fieldsID="e27384953d38940e9582dcdf3957faeb" ns2:_="" ns3:_="">
    <xsd:import namespace="cbdca966-c61f-432e-ae42-1374c3aa7062"/>
    <xsd:import namespace="41e82776-a99b-4642-964e-06bbea21cd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dca966-c61f-432e-ae42-1374c3aa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d03f021-7260-47c4-a966-efcc8f4531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82776-a99b-4642-964e-06bbea21cdf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d887ace-f2e2-4691-a7f7-3e6bfc846e80}" ma:internalName="TaxCatchAll" ma:showField="CatchAllData" ma:web="41e82776-a99b-4642-964e-06bbea21cd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e82776-a99b-4642-964e-06bbea21cdf4" xsi:nil="true"/>
    <lcf76f155ced4ddcb4097134ff3c332f xmlns="cbdca966-c61f-432e-ae42-1374c3aa706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8C04BE-99DF-451F-ADC9-9AA02EDCA60D}"/>
</file>

<file path=customXml/itemProps2.xml><?xml version="1.0" encoding="utf-8"?>
<ds:datastoreItem xmlns:ds="http://schemas.openxmlformats.org/officeDocument/2006/customXml" ds:itemID="{E2B50CC5-0E31-4F5D-A8D9-AA8DE68D7F07}">
  <ds:schemaRefs>
    <ds:schemaRef ds:uri="41e82776-a99b-4642-964e-06bbea21cdf4"/>
    <ds:schemaRef ds:uri="cbdca966-c61f-432e-ae42-1374c3aa706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05A1D54-DD06-4F2E-88B4-BE280C5D9B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PROJECT OVERVIEW</vt:lpstr>
      <vt:lpstr>VISION</vt:lpstr>
      <vt:lpstr>DATABASE DEVELOPMENT</vt:lpstr>
      <vt:lpstr>CONCEPTUAL MODEL</vt:lpstr>
      <vt:lpstr>PowerPoint Presentation</vt:lpstr>
      <vt:lpstr>PowerPoint Presentation</vt:lpstr>
      <vt:lpstr>DATA GENERATION</vt:lpstr>
      <vt:lpstr>PowerPoint Presentation</vt:lpstr>
      <vt:lpstr>PowerPoint Presentation</vt:lpstr>
      <vt:lpstr>PowerPoint Presentation</vt:lpstr>
      <vt:lpstr>IMPORTING DATA</vt:lpstr>
      <vt:lpstr>PowerPoint Presentation</vt:lpstr>
      <vt:lpstr>REPORT GENERATION</vt:lpstr>
      <vt:lpstr>REPORT GENERATION</vt:lpstr>
      <vt:lpstr>PowerPoint Presentation</vt:lpstr>
      <vt:lpstr>PowerPoint Presentation</vt:lpstr>
      <vt:lpstr>PowerPoint Presentation</vt:lpstr>
      <vt:lpstr>USER INTERFACE</vt:lpstr>
      <vt:lpstr>CHALLENGES</vt:lpstr>
      <vt:lpstr>LESSONS LEARNED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Ruth Walters</dc:creator>
  <cp:revision>1</cp:revision>
  <dcterms:created xsi:type="dcterms:W3CDTF">2024-04-28T23:43:22Z</dcterms:created>
  <dcterms:modified xsi:type="dcterms:W3CDTF">2024-05-01T20:15:29Z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0x0101003BF3D0C9ED914341836CE1B6AA3ECB80</vt:lpwstr>
  </property>
  <property fmtid="{D5CDD505-2E9C-101B-9397-08002B2CF9AE}" pid="3" name="Order">
    <vt:r8>61700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